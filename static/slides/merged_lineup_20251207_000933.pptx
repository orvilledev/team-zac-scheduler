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2.xml" ContentType="application/vnd.openxmlformats-officedocument.presentationml.slide+xml"/>
  <Override PartName="/ppt/slides/slide4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95179DF3-B0A8-5B19-12F0-DA1FF433834B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8949B1F5-A0AA-5E3E-811C-105723741C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E61818-6618-0EB0-DAC7-1926FF4E2A87}"/>
                  </a:ext>
                </a:extLst>
              </p:cNvPr>
              <p:cNvSpPr txBox="1"/>
              <p:nvPr/>
            </p:nvSpPr>
            <p:spPr>
              <a:xfrm>
                <a:off x="3673157" y="2705725"/>
                <a:ext cx="4845685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PH" sz="8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ALWAYS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2673913974"/>
          </p:ext>
        </p:extLst>
      </p:cSld>
      <p:clrMapOvr>
        <a:masterClrMapping/>
      </p:clrMapOvr>
    </p:sld>
    <p:sldId id="256" r:id="rId7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1EB8564A-8AA9-C4A5-D5DC-BFCAC5CF2F71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01D36E25-3FB7-CCD7-5305-857DB360FD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578ED3-2C62-EB67-BDF7-C8D9DC9E65E7}"/>
                  </a:ext>
                </a:extLst>
              </p:cNvPr>
              <p:cNvSpPr txBox="1"/>
              <p:nvPr/>
            </p:nvSpPr>
            <p:spPr>
              <a:xfrm>
                <a:off x="480648" y="2274838"/>
                <a:ext cx="11230703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 love to sing You praises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sweet Savior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2051476285"/>
          </p:ext>
        </p:extLst>
      </p:cSld>
      <p:clrMapOvr>
        <a:masterClrMapping/>
      </p:clrMapOvr>
    </p:sld>
    <p:sldId id="257" r:id="rId8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8C4EDCD7-9B18-1580-EF6D-40A255F5A6C4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06011B90-4019-A0D9-00D3-033D165BBA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DB0509-135C-E911-61DF-AD98B9FF20F6}"/>
                  </a:ext>
                </a:extLst>
              </p:cNvPr>
              <p:cNvSpPr txBox="1"/>
              <p:nvPr/>
            </p:nvSpPr>
            <p:spPr>
              <a:xfrm>
                <a:off x="1387018" y="1720840"/>
                <a:ext cx="9417963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remind my heart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Of what you’ve done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 me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2114036549"/>
          </p:ext>
        </p:extLst>
      </p:cSld>
      <p:clrMapOvr>
        <a:masterClrMapping/>
      </p:clrMapOvr>
    </p:sld>
    <p:sldId id="258" r:id="rId9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041D3A1A-D910-16B7-FF62-6048594897D5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B73C8585-0F11-FF5C-969B-84F611FE19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52EB3D-1195-482E-6B4A-086B1E0ED04D}"/>
                  </a:ext>
                </a:extLst>
              </p:cNvPr>
              <p:cNvSpPr txBox="1"/>
              <p:nvPr/>
            </p:nvSpPr>
            <p:spPr>
              <a:xfrm>
                <a:off x="2566828" y="1166842"/>
                <a:ext cx="7058343" cy="45243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When I think of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All the ways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That you’ve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Been faithful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307466949"/>
          </p:ext>
        </p:extLst>
      </p:cSld>
      <p:clrMapOvr>
        <a:masterClrMapping/>
      </p:clrMapOvr>
    </p:sld>
    <p:sldId id="259" r:id="rId10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DB6E5250-DE42-DFA8-C57F-DE9E39983D87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48C0461F-35BD-82F7-F2AF-EAAC3DF0CF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D45690-3DB4-9C57-9E69-6EEFB3397E65}"/>
                  </a:ext>
                </a:extLst>
              </p:cNvPr>
              <p:cNvSpPr txBox="1"/>
              <p:nvPr/>
            </p:nvSpPr>
            <p:spPr>
              <a:xfrm>
                <a:off x="2387292" y="1720840"/>
                <a:ext cx="7417415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 rejoice to know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That’s how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You’ll always be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805411203"/>
          </p:ext>
        </p:extLst>
      </p:cSld>
      <p:clrMapOvr>
        <a:masterClrMapping/>
      </p:clrMapOvr>
    </p:sld>
    <p:sldId id="260" r:id="rId11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226B81EB-7B65-3E8D-D334-A13EDCBBAE03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7E13E19-3584-C722-87F2-769A3C7306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4BF78A-E1AF-25A6-9801-01C2846B1B00}"/>
                  </a:ext>
                </a:extLst>
              </p:cNvPr>
              <p:cNvSpPr txBox="1"/>
              <p:nvPr/>
            </p:nvSpPr>
            <p:spPr>
              <a:xfrm>
                <a:off x="1780363" y="1720840"/>
                <a:ext cx="8631274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Always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Forever and ever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 will be my God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4190606428"/>
          </p:ext>
        </p:extLst>
      </p:cSld>
      <p:clrMapOvr>
        <a:masterClrMapping/>
      </p:clrMapOvr>
    </p:sld>
    <p:sldId id="261" r:id="rId12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B5BEFB78-01E9-41C8-D10F-2C9B662EB117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D04D699F-4C73-956B-5613-6C3E293567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B4321C-BACE-0B27-8330-9EFA194B8982}"/>
                  </a:ext>
                </a:extLst>
              </p:cNvPr>
              <p:cNvSpPr txBox="1"/>
              <p:nvPr/>
            </p:nvSpPr>
            <p:spPr>
              <a:xfrm>
                <a:off x="489336" y="2274838"/>
                <a:ext cx="11213327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 will always be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Shepherd of my soul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2835270681"/>
          </p:ext>
        </p:extLst>
      </p:cSld>
      <p:clrMapOvr>
        <a:masterClrMapping/>
      </p:clrMapOvr>
    </p:sld>
    <p:sldId id="262" r:id="rId13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DB0A7DFC-377D-B7E4-9954-A4E66A665455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3ED4764F-C171-09F4-CB80-448F29EE74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A264EA-B848-FBC6-3183-680C1C50901D}"/>
                  </a:ext>
                </a:extLst>
              </p:cNvPr>
              <p:cNvSpPr txBox="1"/>
              <p:nvPr/>
            </p:nvSpPr>
            <p:spPr>
              <a:xfrm>
                <a:off x="1780363" y="1720840"/>
                <a:ext cx="8631274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Always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Forever and ever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 will be my God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824625766"/>
          </p:ext>
        </p:extLst>
      </p:cSld>
      <p:clrMapOvr>
        <a:masterClrMapping/>
      </p:clrMapOvr>
    </p:sld>
    <p:sldId id="263" r:id="rId14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4AD04712-DCC4-27CD-F4D8-8B4E9A42DFBE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111912D5-3699-499F-AA77-FA80D02CCE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3AE172-E2A4-84E2-4F22-73B4C2D4831E}"/>
                  </a:ext>
                </a:extLst>
              </p:cNvPr>
              <p:cNvSpPr txBox="1"/>
              <p:nvPr/>
            </p:nvSpPr>
            <p:spPr>
              <a:xfrm>
                <a:off x="232983" y="1720840"/>
                <a:ext cx="11538480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 will always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Be the same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forever You will reign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671793887"/>
          </p:ext>
        </p:extLst>
      </p:cSld>
      <p:clrMapOvr>
        <a:masterClrMapping/>
      </p:clrMapOvr>
    </p:sld>
    <p:sldId id="264" r:id="rId15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72A61508-BB80-FBB2-859D-C387F4DB0183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C130F236-535F-C266-A956-87E09B1589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7DD24E-B630-7619-AEC5-27DB214D8214}"/>
                  </a:ext>
                </a:extLst>
              </p:cNvPr>
              <p:cNvSpPr txBox="1"/>
              <p:nvPr/>
            </p:nvSpPr>
            <p:spPr>
              <a:xfrm>
                <a:off x="1463912" y="1720840"/>
                <a:ext cx="9264203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 will live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To praise Your Name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Always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1518782284"/>
          </p:ext>
        </p:extLst>
      </p:cSld>
      <p:clrMapOvr>
        <a:masterClrMapping/>
      </p:clrMapOvr>
    </p:sld>
    <p:sldId id="265" r:id="rId16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F672B3E4-EBCE-2F42-3005-BA967CDEFC49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992FE611-6732-6DB6-1169-B0BAD00A4D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904A65-F84B-DFA0-4F65-DD62FC80358E}"/>
                  </a:ext>
                </a:extLst>
              </p:cNvPr>
              <p:cNvSpPr txBox="1"/>
              <p:nvPr/>
            </p:nvSpPr>
            <p:spPr>
              <a:xfrm>
                <a:off x="2053868" y="2828835"/>
                <a:ext cx="808426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PH" sz="7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AMAZING GRACE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2989277084"/>
          </p:ext>
        </p:extLst>
      </p:cSld>
      <p:clrMapOvr>
        <a:masterClrMapping/>
      </p:clrMapOvr>
    </p:sld>
    <p:sldId id="266" r:id="rId17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0824383D-1012-E88D-7B92-701D005482E2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5C4BB25-687C-D202-BBD1-581CDF81E9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FBF881-7330-9E9B-0987-08F1E37C6A9E}"/>
                  </a:ext>
                </a:extLst>
              </p:cNvPr>
              <p:cNvSpPr txBox="1"/>
              <p:nvPr/>
            </p:nvSpPr>
            <p:spPr>
              <a:xfrm>
                <a:off x="0" y="612844"/>
                <a:ext cx="12192000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Amazing grace </a:t>
                </a: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how sweet the sound</a:t>
                </a: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That saved a wretch </a:t>
                </a: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like me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3995559901"/>
          </p:ext>
        </p:extLst>
      </p:cSld>
      <p:clrMapOvr>
        <a:masterClrMapping/>
      </p:clrMapOvr>
    </p:sld>
    <p:sldId id="267" r:id="rId18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84182A20-5D3C-1D9B-ED86-9E8CF317C2E7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946B0205-E8A2-47C0-7FC8-55C9503902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47181F-A462-0BFD-81E2-A57479F04E50}"/>
                  </a:ext>
                </a:extLst>
              </p:cNvPr>
              <p:cNvSpPr txBox="1"/>
              <p:nvPr/>
            </p:nvSpPr>
            <p:spPr>
              <a:xfrm>
                <a:off x="0" y="920621"/>
                <a:ext cx="12192000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 once was lost, </a:t>
                </a: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but now I'm found</a:t>
                </a: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Was blind, </a:t>
                </a: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but now I see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318277211"/>
          </p:ext>
        </p:extLst>
      </p:cSld>
      <p:clrMapOvr>
        <a:masterClrMapping/>
      </p:clrMapOvr>
    </p:sld>
    <p:sldId id="268" r:id="rId19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F48EA50B-2F48-ACBC-1D17-B2BF90FA1E44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A6629653-623F-A10F-AB76-57E80AA849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8572DA-1BD7-F378-A35F-3F442CE49A72}"/>
                  </a:ext>
                </a:extLst>
              </p:cNvPr>
              <p:cNvSpPr txBox="1"/>
              <p:nvPr/>
            </p:nvSpPr>
            <p:spPr>
              <a:xfrm>
                <a:off x="0" y="920621"/>
                <a:ext cx="12192000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'Twas grace that taught my heart to fear</a:t>
                </a: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grace my fears relieved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2114999334"/>
          </p:ext>
        </p:extLst>
      </p:cSld>
      <p:clrMapOvr>
        <a:masterClrMapping/>
      </p:clrMapOvr>
    </p:sld>
    <p:sldId id="269" r:id="rId20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1F7CDA44-C181-1422-24AD-9C4CD2223E7A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AE8E0D2-BA46-5D4F-782A-0D0D2090E7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611070-E326-02F2-A92E-C3BD3BDD9B98}"/>
                  </a:ext>
                </a:extLst>
              </p:cNvPr>
              <p:cNvSpPr txBox="1"/>
              <p:nvPr/>
            </p:nvSpPr>
            <p:spPr>
              <a:xfrm>
                <a:off x="0" y="1536174"/>
                <a:ext cx="1219200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How precious did </a:t>
                </a: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that grace appear</a:t>
                </a: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hour I first believed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635974158"/>
          </p:ext>
        </p:extLst>
      </p:cSld>
      <p:clrMapOvr>
        <a:masterClrMapping/>
      </p:clrMapOvr>
    </p:sld>
    <p:sldId id="270" r:id="rId21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C0BBCD29-CC01-F860-0B97-E062FAE39382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A33CBAD-FB95-EFB3-D066-0D90D5FD67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4A4CF0-57DF-2554-4CF3-B00464E8E16E}"/>
                  </a:ext>
                </a:extLst>
              </p:cNvPr>
              <p:cNvSpPr txBox="1"/>
              <p:nvPr/>
            </p:nvSpPr>
            <p:spPr>
              <a:xfrm>
                <a:off x="0" y="920621"/>
                <a:ext cx="12192000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chains are gone, </a:t>
                </a: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I've been set free</a:t>
                </a: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God, my Savior </a:t>
                </a: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has ransomed me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975757765"/>
          </p:ext>
        </p:extLst>
      </p:cSld>
      <p:clrMapOvr>
        <a:masterClrMapping/>
      </p:clrMapOvr>
    </p:sld>
    <p:sldId id="271" r:id="rId22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9BC6C10D-6A28-8D3C-8FC6-3CA89DD1D302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347DF02A-2850-CC1D-BAF0-5A7BB812E3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C0A429-FB5D-9B4F-6E2C-4C90BD1016E7}"/>
                  </a:ext>
                </a:extLst>
              </p:cNvPr>
              <p:cNvSpPr txBox="1"/>
              <p:nvPr/>
            </p:nvSpPr>
            <p:spPr>
              <a:xfrm>
                <a:off x="0" y="920621"/>
                <a:ext cx="12192000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like a flood </a:t>
                </a: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His mercy reigns</a:t>
                </a: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Unending love</a:t>
                </a: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Amazing grace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970864417"/>
          </p:ext>
        </p:extLst>
      </p:cSld>
      <p:clrMapOvr>
        <a:masterClrMapping/>
      </p:clrMapOvr>
    </p:sld>
    <p:sldId id="272" r:id="rId23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759BC60D-4366-BD27-0CB5-6DA8726EEFCC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0D96BD75-F12B-05D4-EAE6-A09216199A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F1EDB4-189F-EB87-CF55-E9E6DFABFC9E}"/>
                  </a:ext>
                </a:extLst>
              </p:cNvPr>
              <p:cNvSpPr txBox="1"/>
              <p:nvPr/>
            </p:nvSpPr>
            <p:spPr>
              <a:xfrm>
                <a:off x="0" y="920621"/>
                <a:ext cx="12192000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Lord has promised good to me</a:t>
                </a: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His word my hope secures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2073285854"/>
          </p:ext>
        </p:extLst>
      </p:cSld>
      <p:clrMapOvr>
        <a:masterClrMapping/>
      </p:clrMapOvr>
    </p:sld>
    <p:sldId id="273" r:id="rId24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EDD3211A-CF82-76F2-3FBF-17E775F3F7EC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5ED2DAD3-DEAC-1444-7B35-D2FF90BA3F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A015351-77F3-2748-3594-760DF37BF177}"/>
                  </a:ext>
                </a:extLst>
              </p:cNvPr>
              <p:cNvSpPr txBox="1"/>
              <p:nvPr/>
            </p:nvSpPr>
            <p:spPr>
              <a:xfrm>
                <a:off x="0" y="1536174"/>
                <a:ext cx="1219200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 will my shield </a:t>
                </a: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portion be</a:t>
                </a: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As long as life endures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2509328949"/>
          </p:ext>
        </p:extLst>
      </p:cSld>
      <p:clrMapOvr>
        <a:masterClrMapping/>
      </p:clrMapOvr>
    </p:sld>
    <p:sldId id="274" r:id="rId25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864D21B8-BD81-2FAE-721C-23C215E51E54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D8D08AC2-F1C5-F8EB-E119-B64BA106BD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5123EA-4B05-3F82-71BB-732FABD3C1F3}"/>
                  </a:ext>
                </a:extLst>
              </p:cNvPr>
              <p:cNvSpPr txBox="1"/>
              <p:nvPr/>
            </p:nvSpPr>
            <p:spPr>
              <a:xfrm>
                <a:off x="0" y="1536174"/>
                <a:ext cx="1219200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earth shall soon dissolve like snow</a:t>
                </a: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sun forbear to shine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2747825867"/>
          </p:ext>
        </p:extLst>
      </p:cSld>
      <p:clrMapOvr>
        <a:masterClrMapping/>
      </p:clrMapOvr>
    </p:sld>
    <p:sldId id="275" r:id="rId26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99CB6BC0-9E2F-708F-C1EF-02B261AD03B6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365F2498-6AC1-7CFE-AC13-9531183362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C54043-4700-6BC0-1975-A6208F62CCA4}"/>
                  </a:ext>
                </a:extLst>
              </p:cNvPr>
              <p:cNvSpPr txBox="1"/>
              <p:nvPr/>
            </p:nvSpPr>
            <p:spPr>
              <a:xfrm>
                <a:off x="0" y="1536174"/>
                <a:ext cx="1219200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But God, who called me here below</a:t>
                </a: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Will be forever mine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3802919819"/>
          </p:ext>
        </p:extLst>
      </p:cSld>
      <p:clrMapOvr>
        <a:masterClrMapping/>
      </p:clrMapOvr>
    </p:sld>
    <p:sldId id="276" r:id="rId27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D1E1C592-5028-0E1C-0C3C-9980DC1A3D57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A590C58F-7818-2271-8E96-89A5182641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A589FB-EB58-7FEE-82D0-D3D796286404}"/>
                  </a:ext>
                </a:extLst>
              </p:cNvPr>
              <p:cNvSpPr txBox="1"/>
              <p:nvPr/>
            </p:nvSpPr>
            <p:spPr>
              <a:xfrm>
                <a:off x="0" y="2151727"/>
                <a:ext cx="12192000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Will be forever mine</a:t>
                </a: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 are forever mine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3002959847"/>
          </p:ext>
        </p:extLst>
      </p:cSld>
      <p:clrMapOvr>
        <a:masterClrMapping/>
      </p:clrMapOvr>
    </p:sld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4.xml"/><Relationship Id="rId9" Type="http://schemas.openxmlformats.org/officeDocument/2006/relationships/slide" Target="slides/slide6.xml"/><Relationship Id="rId10" Type="http://schemas.openxmlformats.org/officeDocument/2006/relationships/slide" Target="slides/slide8.xml"/><Relationship Id="rId11" Type="http://schemas.openxmlformats.org/officeDocument/2006/relationships/slide" Target="slides/slide10.xml"/><Relationship Id="rId12" Type="http://schemas.openxmlformats.org/officeDocument/2006/relationships/slide" Target="slides/slide12.xml"/><Relationship Id="rId13" Type="http://schemas.openxmlformats.org/officeDocument/2006/relationships/slide" Target="slides/slide14.xml"/><Relationship Id="rId14" Type="http://schemas.openxmlformats.org/officeDocument/2006/relationships/slide" Target="slides/slide16.xml"/><Relationship Id="rId15" Type="http://schemas.openxmlformats.org/officeDocument/2006/relationships/slide" Target="slides/slide18.xml"/><Relationship Id="rId16" Type="http://schemas.openxmlformats.org/officeDocument/2006/relationships/slide" Target="slides/slide20.xml"/><Relationship Id="rId17" Type="http://schemas.openxmlformats.org/officeDocument/2006/relationships/slide" Target="slides/slide22.xml"/><Relationship Id="rId18" Type="http://schemas.openxmlformats.org/officeDocument/2006/relationships/slide" Target="slides/slide24.xml"/><Relationship Id="rId19" Type="http://schemas.openxmlformats.org/officeDocument/2006/relationships/slide" Target="slides/slide26.xml"/><Relationship Id="rId20" Type="http://schemas.openxmlformats.org/officeDocument/2006/relationships/slide" Target="slides/slide28.xml"/><Relationship Id="rId21" Type="http://schemas.openxmlformats.org/officeDocument/2006/relationships/slide" Target="slides/slide30.xml"/><Relationship Id="rId22" Type="http://schemas.openxmlformats.org/officeDocument/2006/relationships/slide" Target="slides/slide32.xml"/><Relationship Id="rId23" Type="http://schemas.openxmlformats.org/officeDocument/2006/relationships/slide" Target="slides/slide34.xml"/><Relationship Id="rId24" Type="http://schemas.openxmlformats.org/officeDocument/2006/relationships/slide" Target="slides/slide36.xml"/><Relationship Id="rId25" Type="http://schemas.openxmlformats.org/officeDocument/2006/relationships/slide" Target="slides/slide38.xml"/><Relationship Id="rId26" Type="http://schemas.openxmlformats.org/officeDocument/2006/relationships/slide" Target="slides/slide40.xml"/><Relationship Id="rId27" Type="http://schemas.openxmlformats.org/officeDocument/2006/relationships/slide" Target="slides/slide42.xml"/><Relationship Id="rId28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EE881-E835-F9FD-67A8-DB0B6BB51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C60CC8-7407-930C-EDEB-E75B29AF2E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26981-9298-A2D1-768A-9EC5F448E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2B572-7A77-585A-66F7-112DF519D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859C4-5C2B-445F-F86F-6E39D2C3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71977030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EE881-E835-F9FD-67A8-DB0B6BB51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C60CC8-7407-930C-EDEB-E75B29AF2E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26981-9298-A2D1-768A-9EC5F448E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2B572-7A77-585A-66F7-112DF519D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859C4-5C2B-445F-F86F-6E39D2C3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71977030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EE881-E835-F9FD-67A8-DB0B6BB51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C60CC8-7407-930C-EDEB-E75B29AF2E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26981-9298-A2D1-768A-9EC5F448E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2B572-7A77-585A-66F7-112DF519D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859C4-5C2B-445F-F86F-6E39D2C3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7197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8DF97-D928-211F-81BF-F9B8E4F3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3F3A5-0F93-F9EE-E4DE-63360060B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D50C5-7E4C-B694-1C55-8678E1AC1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FFDEE-A5EC-B6E5-E108-92C55738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F4230-AEB3-2CF5-C15B-78FE06848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8521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8DF97-D928-211F-81BF-F9B8E4F3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3F3A5-0F93-F9EE-E4DE-63360060B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D50C5-7E4C-B694-1C55-8678E1AC1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FFDEE-A5EC-B6E5-E108-92C55738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F4230-AEB3-2CF5-C15B-78FE06848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8521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8DF97-D928-211F-81BF-F9B8E4F3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3F3A5-0F93-F9EE-E4DE-63360060B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D50C5-7E4C-B694-1C55-8678E1AC1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FFDEE-A5EC-B6E5-E108-92C55738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F4230-AEB3-2CF5-C15B-78FE06848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85217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5DCD2-52AD-1852-7FF8-8E30815C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5BA56-A3D1-782D-4A5A-7ECDBCB20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9FCC0-5085-0AFB-7444-9973C7E8F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5E33A-411C-C0C0-3103-1D502A00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9CDE-6D8F-8534-EF15-C545D780C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6634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5DCD2-52AD-1852-7FF8-8E30815C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5BA56-A3D1-782D-4A5A-7ECDBCB20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9FCC0-5085-0AFB-7444-9973C7E8F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5E33A-411C-C0C0-3103-1D502A00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9CDE-6D8F-8534-EF15-C545D780C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6634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5DCD2-52AD-1852-7FF8-8E30815C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5BA56-A3D1-782D-4A5A-7ECDBCB20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9FCC0-5085-0AFB-7444-9973C7E8F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5E33A-411C-C0C0-3103-1D502A00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9CDE-6D8F-8534-EF15-C545D780C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6634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60EE-FF96-B6C2-356E-66CD0B853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B51FB-A80D-17E7-37C5-D917791FA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729F9-29B3-A62F-52A0-6D30DF9CD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92430-6894-CAEA-ADB0-1FD2EB1B7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BA9D9-1733-643E-B58A-BFFCCD68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69437-F0AF-21A5-68B4-9A5E4027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53667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60EE-FF96-B6C2-356E-66CD0B853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B51FB-A80D-17E7-37C5-D917791FA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729F9-29B3-A62F-52A0-6D30DF9CD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92430-6894-CAEA-ADB0-1FD2EB1B7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BA9D9-1733-643E-B58A-BFFCCD68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69437-F0AF-21A5-68B4-9A5E4027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53667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60EE-FF96-B6C2-356E-66CD0B853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B51FB-A80D-17E7-37C5-D917791FA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729F9-29B3-A62F-52A0-6D30DF9CD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92430-6894-CAEA-ADB0-1FD2EB1B7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BA9D9-1733-643E-B58A-BFFCCD68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69437-F0AF-21A5-68B4-9A5E4027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53667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7A824-C3A5-A7A2-6427-F3A78C46C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39DC7-D3B3-AE41-F58D-4AA4D303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D54BB-B4C9-D52E-51F4-C50AD6446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D2588-8A2E-7064-05B4-95AEE8D69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A1BBCC-6229-8829-4FEE-66B43837F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B772C6-1A54-9FD7-2716-6648B57D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43B9BF-9697-DBDE-593B-93DE73582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29ED3A-30FF-4946-5E28-F09ADDC1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64829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7A824-C3A5-A7A2-6427-F3A78C46C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39DC7-D3B3-AE41-F58D-4AA4D303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D54BB-B4C9-D52E-51F4-C50AD6446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D2588-8A2E-7064-05B4-95AEE8D69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A1BBCC-6229-8829-4FEE-66B43837F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B772C6-1A54-9FD7-2716-6648B57D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43B9BF-9697-DBDE-593B-93DE73582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29ED3A-30FF-4946-5E28-F09ADDC1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64829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7A824-C3A5-A7A2-6427-F3A78C46C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39DC7-D3B3-AE41-F58D-4AA4D303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D54BB-B4C9-D52E-51F4-C50AD6446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D2588-8A2E-7064-05B4-95AEE8D69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A1BBCC-6229-8829-4FEE-66B43837F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B772C6-1A54-9FD7-2716-6648B57D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43B9BF-9697-DBDE-593B-93DE73582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29ED3A-30FF-4946-5E28-F09ADDC1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64829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25850-08A0-11FF-0547-A00796E97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24AAD4-81A5-DB7E-8966-D589E99E0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DBA470-A6B1-8871-CE20-BDBDBA7E2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B82924-2DE5-0A48-73B9-02A9D0C0E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60793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25850-08A0-11FF-0547-A00796E97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24AAD4-81A5-DB7E-8966-D589E99E0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DBA470-A6B1-8871-CE20-BDBDBA7E2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B82924-2DE5-0A48-73B9-02A9D0C0E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60793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25850-08A0-11FF-0547-A00796E97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24AAD4-81A5-DB7E-8966-D589E99E0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DBA470-A6B1-8871-CE20-BDBDBA7E2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B82924-2DE5-0A48-73B9-02A9D0C0E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60793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A76D55-FB1B-95E6-385C-504CB55F9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513454-C04B-78F5-01C7-F3794719E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E6C6B-1C41-64A5-D475-AADC15F02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81986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A76D55-FB1B-95E6-385C-504CB55F9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513454-C04B-78F5-01C7-F3794719E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E6C6B-1C41-64A5-D475-AADC15F02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81986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A76D55-FB1B-95E6-385C-504CB55F9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513454-C04B-78F5-01C7-F3794719E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E6C6B-1C41-64A5-D475-AADC15F02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81986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C1558-079B-8010-1C27-09992B1E6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630A4-73E6-E412-C9B3-8B0D9E69B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62C90-59CC-3F9E-6395-19FB32BE0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F9752-02E0-2B0E-5BD4-F8E226BCC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32F35-30EC-8288-1199-0C4F34A90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F6937-A1C7-3058-31A5-B01334182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29295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C1558-079B-8010-1C27-09992B1E6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630A4-73E6-E412-C9B3-8B0D9E69B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62C90-59CC-3F9E-6395-19FB32BE0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F9752-02E0-2B0E-5BD4-F8E226BCC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32F35-30EC-8288-1199-0C4F34A90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F6937-A1C7-3058-31A5-B01334182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29295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C1558-079B-8010-1C27-09992B1E6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630A4-73E6-E412-C9B3-8B0D9E69B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62C90-59CC-3F9E-6395-19FB32BE0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F9752-02E0-2B0E-5BD4-F8E226BCC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32F35-30EC-8288-1199-0C4F34A90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F6937-A1C7-3058-31A5-B01334182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29295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AC4D-DCDD-CFAE-0C73-3AF97FCF8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AF54AB-076A-262D-7A2A-EA17815A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D080D-47EC-5B8A-60EB-6CB906C1D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7F1D7-64B3-2C45-796F-278A0098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6034D-37B2-A18F-601F-92C85803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7888F-E8EB-C124-C3A6-9638D109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89127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AC4D-DCDD-CFAE-0C73-3AF97FCF8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AF54AB-076A-262D-7A2A-EA17815A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D080D-47EC-5B8A-60EB-6CB906C1D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7F1D7-64B3-2C45-796F-278A0098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6034D-37B2-A18F-601F-92C85803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7888F-E8EB-C124-C3A6-9638D109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89127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AC4D-DCDD-CFAE-0C73-3AF97FCF8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AF54AB-076A-262D-7A2A-EA17815A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D080D-47EC-5B8A-60EB-6CB906C1D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7F1D7-64B3-2C45-796F-278A0098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6034D-37B2-A18F-601F-92C85803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7888F-E8EB-C124-C3A6-9638D109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89127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E9627-B342-5F8E-5E6E-A9567AE4A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48405-B9B7-27CB-0D06-8AFD3D5E7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EF138-F536-6F44-8548-022F8600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AD645-0665-E0CA-27E5-BCE7814BD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4B340-B299-C887-FE6F-9DCAC1EFF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1124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E9627-B342-5F8E-5E6E-A9567AE4A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48405-B9B7-27CB-0D06-8AFD3D5E7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EF138-F536-6F44-8548-022F8600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AD645-0665-E0CA-27E5-BCE7814BD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4B340-B299-C887-FE6F-9DCAC1EFF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1124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E9627-B342-5F8E-5E6E-A9567AE4A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48405-B9B7-27CB-0D06-8AFD3D5E7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EF138-F536-6F44-8548-022F8600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AD645-0665-E0CA-27E5-BCE7814BD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4B340-B299-C887-FE6F-9DCAC1EFF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1124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117D19-AD6B-62DC-F798-3DDB67411D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70D775-9565-D630-A25E-ED68027CE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94B95-550C-19AD-1BD2-7A456A8C7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0185D-1B17-4E30-69CD-C58CDB059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3DB5F-9E20-3FDF-B9DE-1745E9CA3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3803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117D19-AD6B-62DC-F798-3DDB67411D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70D775-9565-D630-A25E-ED68027CE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94B95-550C-19AD-1BD2-7A456A8C7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0185D-1B17-4E30-69CD-C58CDB059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3DB5F-9E20-3FDF-B9DE-1745E9CA3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3803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117D19-AD6B-62DC-F798-3DDB67411D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70D775-9565-D630-A25E-ED68027CE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94B95-550C-19AD-1BD2-7A456A8C7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0185D-1B17-4E30-69CD-C58CDB059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3DB5F-9E20-3FDF-B9DE-1745E9CA3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38034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6C8320-94CE-C4FF-E19C-20DCEC75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A28DC-52EE-EF47-0185-9F88E2D25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8D371-A157-93E2-C26D-1A2954DAE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8EAE6-B143-A55C-D344-671F9CCC1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05EE4-72E6-9D34-F14F-B7E10A95F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93353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6C8320-94CE-C4FF-E19C-20DCEC75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A28DC-52EE-EF47-0185-9F88E2D25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8D371-A157-93E2-C26D-1A2954DAE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8EAE6-B143-A55C-D344-671F9CCC1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05EE4-72E6-9D34-F14F-B7E10A95F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93353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6C8320-94CE-C4FF-E19C-20DCEC75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A28DC-52EE-EF47-0185-9F88E2D25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8D371-A157-93E2-C26D-1A2954DAE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8EAE6-B143-A55C-D344-671F9CCC1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05EE4-72E6-9D34-F14F-B7E10A95F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93353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73157" y="2705725"/>
            <a:ext cx="4845685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ALWAYS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80648" y="2274838"/>
            <a:ext cx="11230703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I love to sing You praises</a:t>
            </a:r>
          </a:p>
          <a:p>
            <a:r>
              <a:t>My sweet Savior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87018" y="1720840"/>
            <a:ext cx="9417963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And remind my heart</a:t>
            </a:r>
          </a:p>
          <a:p>
            <a:r>
              <a:t>Of what you’ve done</a:t>
            </a:r>
          </a:p>
          <a:p>
            <a:r>
              <a:t>For 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566828" y="1166842"/>
            <a:ext cx="7058343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When I think of </a:t>
            </a:r>
          </a:p>
          <a:p>
            <a:r>
              <a:t>All the ways</a:t>
            </a:r>
          </a:p>
          <a:p>
            <a:r>
              <a:t>That you’ve </a:t>
            </a:r>
          </a:p>
          <a:p>
            <a:r>
              <a:t>Been faithful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387292" y="1720840"/>
            <a:ext cx="7417415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I rejoice to know</a:t>
            </a:r>
          </a:p>
          <a:p>
            <a:r>
              <a:t>That’s how</a:t>
            </a:r>
          </a:p>
          <a:p>
            <a:r>
              <a:t>You’ll always be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780363" y="1720840"/>
            <a:ext cx="8631274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Always</a:t>
            </a:r>
          </a:p>
          <a:p>
            <a:r>
              <a:t>Forever and ever</a:t>
            </a:r>
          </a:p>
          <a:p>
            <a:r>
              <a:t>You will be my God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89336" y="2274838"/>
            <a:ext cx="11213327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You will always be</a:t>
            </a:r>
          </a:p>
          <a:p>
            <a:r>
              <a:t>The Shepherd of my soul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780363" y="1720840"/>
            <a:ext cx="8631274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Always</a:t>
            </a:r>
          </a:p>
          <a:p>
            <a:r>
              <a:t>Forever and ever</a:t>
            </a:r>
          </a:p>
          <a:p>
            <a:r>
              <a:t>You will be my God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32983" y="1720840"/>
            <a:ext cx="11538480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You will always</a:t>
            </a:r>
          </a:p>
          <a:p>
            <a:r>
              <a:t>Be the same</a:t>
            </a:r>
          </a:p>
          <a:p>
            <a:r>
              <a:t>And forever You will reign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463912" y="1720840"/>
            <a:ext cx="9264203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I will live</a:t>
            </a:r>
          </a:p>
          <a:p>
            <a:r>
              <a:t>To praise Your Name</a:t>
            </a:r>
          </a:p>
          <a:p>
            <a:r>
              <a:t>Always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053868" y="2828835"/>
            <a:ext cx="8084264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AMAZING GRACE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612844"/>
            <a:ext cx="12192000" cy="50167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Amazing grace </a:t>
            </a:r>
          </a:p>
          <a:p>
            <a:r>
              <a:t>how sweet the sound</a:t>
            </a:r>
          </a:p>
          <a:p>
            <a:r>
              <a:t>That saved a wretch </a:t>
            </a:r>
          </a:p>
          <a:p>
            <a:r>
              <a:t>like me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920621"/>
            <a:ext cx="12192000" cy="50167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I once was lost, </a:t>
            </a:r>
          </a:p>
          <a:p>
            <a:r>
              <a:t>but now I'm found</a:t>
            </a:r>
          </a:p>
          <a:p>
            <a:r>
              <a:t>Was blind, </a:t>
            </a:r>
          </a:p>
          <a:p>
            <a:r>
              <a:t>but now I see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920621"/>
            <a:ext cx="12192000" cy="50167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'Twas grace that taught my heart to fear</a:t>
            </a:r>
          </a:p>
          <a:p>
            <a:r>
              <a:t>And grace my fears relieved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1536174"/>
            <a:ext cx="12192000" cy="37856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How precious did </a:t>
            </a:r>
          </a:p>
          <a:p>
            <a:r>
              <a:t>that grace appear</a:t>
            </a:r>
          </a:p>
          <a:p>
            <a:r>
              <a:t>The hour I first believed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920621"/>
            <a:ext cx="12192000" cy="50167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My chains are gone, </a:t>
            </a:r>
          </a:p>
          <a:p>
            <a:r>
              <a:t>I've been set free</a:t>
            </a:r>
          </a:p>
          <a:p>
            <a:r>
              <a:t>My God, my Savior </a:t>
            </a:r>
          </a:p>
          <a:p>
            <a:r>
              <a:t>has ransomed me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920621"/>
            <a:ext cx="12192000" cy="50167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And like a flood </a:t>
            </a:r>
          </a:p>
          <a:p>
            <a:r>
              <a:t>His mercy reigns</a:t>
            </a:r>
          </a:p>
          <a:p>
            <a:r>
              <a:t>Unending love</a:t>
            </a:r>
          </a:p>
          <a:p>
            <a:r>
              <a:t>Amazing grace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920621"/>
            <a:ext cx="12192000" cy="50167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The Lord has promised good to me</a:t>
            </a:r>
          </a:p>
          <a:p>
            <a:r>
              <a:t>His word my hope secures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1536174"/>
            <a:ext cx="12192000" cy="37856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He will my shield </a:t>
            </a:r>
          </a:p>
          <a:p>
            <a:r>
              <a:t>and portion be</a:t>
            </a:r>
          </a:p>
          <a:p>
            <a:r>
              <a:t>As long as life endures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1536174"/>
            <a:ext cx="12192000" cy="37856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The earth shall soon dissolve like snow</a:t>
            </a:r>
          </a:p>
          <a:p>
            <a:r>
              <a:t>The sun forbear to shine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1536174"/>
            <a:ext cx="12192000" cy="37856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But God, who called me here below</a:t>
            </a:r>
          </a:p>
          <a:p>
            <a:r>
              <a:t>Will be forever mine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2151727"/>
            <a:ext cx="12192000" cy="25545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Will be forever mine</a:t>
            </a:r>
          </a:p>
          <a:p>
            <a:r>
              <a:t>You are forever mine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