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B929-05A9-55F6-F56D-641E35EF0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00094-C144-DFEE-FA6B-D73AA242A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E7B8-0E72-F420-66E2-877B2D40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F419-4056-EE57-AC19-54DB7D121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9139-DDB0-44E4-10E4-E07195A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7213535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B929-05A9-55F6-F56D-641E35EF0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00094-C144-DFEE-FA6B-D73AA242A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E7B8-0E72-F420-66E2-877B2D40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F419-4056-EE57-AC19-54DB7D121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9139-DDB0-44E4-10E4-E07195A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7213535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9B929-05A9-55F6-F56D-641E35EF0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00094-C144-DFEE-FA6B-D73AA242A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E7B8-0E72-F420-66E2-877B2D40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1F419-4056-EE57-AC19-54DB7D121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9139-DDB0-44E4-10E4-E07195A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7721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0DD1-84D8-CE97-F710-841E2C01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7270-C9CA-8079-C080-34DA190B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26DA-D256-7501-B502-6D74B06E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5BDF-C9EA-9DCB-615C-5A52368C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C6F6-A8CA-8B73-BBBC-B6DA78C7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9956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0DD1-84D8-CE97-F710-841E2C01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7270-C9CA-8079-C080-34DA190B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26DA-D256-7501-B502-6D74B06E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5BDF-C9EA-9DCB-615C-5A52368C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C6F6-A8CA-8B73-BBBC-B6DA78C7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9956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0DD1-84D8-CE97-F710-841E2C01C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7270-C9CA-8079-C080-34DA190B0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26DA-D256-7501-B502-6D74B06E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15BDF-C9EA-9DCB-615C-5A52368C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3C6F6-A8CA-8B73-BBBC-B6DA78C7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9956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B00F-E67E-0383-2C1F-5A6478A0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CFCF9-2C3D-C970-C5A8-07A61C038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C0A7A-4ADB-F4B7-3815-D3EAEF28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A1B5A-3B8A-B2DB-F28B-90D313D2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5F4E-9F7A-60CB-0B54-49638075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802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B00F-E67E-0383-2C1F-5A6478A0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CFCF9-2C3D-C970-C5A8-07A61C038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C0A7A-4ADB-F4B7-3815-D3EAEF28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A1B5A-3B8A-B2DB-F28B-90D313D2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5F4E-9F7A-60CB-0B54-49638075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802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0B00F-E67E-0383-2C1F-5A6478A02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CFCF9-2C3D-C970-C5A8-07A61C038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C0A7A-4ADB-F4B7-3815-D3EAEF28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A1B5A-3B8A-B2DB-F28B-90D313D2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F5F4E-9F7A-60CB-0B54-49638075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780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9E14-F4F5-25D4-BD43-9FAFB061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0D56-0C8E-5AE8-00B2-7AE4C04E5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3E6F6-39AF-5F6B-BACA-9DEA5C938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806AD-04AD-35AF-DC01-B8BB75FD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F672B-5F3A-2D34-4580-F6D69C88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3E26B-248F-74DF-DFCB-3218FF16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983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9E14-F4F5-25D4-BD43-9FAFB061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0D56-0C8E-5AE8-00B2-7AE4C04E5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3E6F6-39AF-5F6B-BACA-9DEA5C938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806AD-04AD-35AF-DC01-B8BB75FD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F672B-5F3A-2D34-4580-F6D69C88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3E26B-248F-74DF-DFCB-3218FF16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983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9E14-F4F5-25D4-BD43-9FAFB061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0D56-0C8E-5AE8-00B2-7AE4C04E5F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3E6F6-39AF-5F6B-BACA-9DEA5C938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806AD-04AD-35AF-DC01-B8BB75FD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F672B-5F3A-2D34-4580-F6D69C88E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3E26B-248F-74DF-DFCB-3218FF16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9830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41E1-CAE3-CDA1-E063-DF6553BA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593F-51FC-A4D0-742D-EFB35FABB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D04E8-2BBF-9A4F-9D87-592B8C2D2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9EDB8-3A04-17E4-B8B9-29DC19E31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3DF05-D54D-1F5F-1376-CC9416764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A5A7E-F740-EF18-6FD4-5B9563ED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B1EFF-4687-358B-BF1D-3D30D91D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3A208-383E-4418-143C-3CCD6664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999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41E1-CAE3-CDA1-E063-DF6553BA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593F-51FC-A4D0-742D-EFB35FABB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D04E8-2BBF-9A4F-9D87-592B8C2D2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9EDB8-3A04-17E4-B8B9-29DC19E31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3DF05-D54D-1F5F-1376-CC9416764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A5A7E-F740-EF18-6FD4-5B9563ED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B1EFF-4687-358B-BF1D-3D30D91D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3A208-383E-4418-143C-3CCD6664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999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41E1-CAE3-CDA1-E063-DF6553BA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593F-51FC-A4D0-742D-EFB35FABB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D04E8-2BBF-9A4F-9D87-592B8C2D2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9EDB8-3A04-17E4-B8B9-29DC19E31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3DF05-D54D-1F5F-1376-CC9416764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A5A7E-F740-EF18-6FD4-5B9563ED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B1EFF-4687-358B-BF1D-3D30D91D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3A208-383E-4418-143C-3CCD6664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9992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814B-1D82-F0FE-BB3D-AE0D410E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E354C-6B13-A8E4-ACE7-E16EC188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76371-6CDC-48C4-3B65-D3045333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9B5FC-9E13-DAF6-6DEE-E46120B9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374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814B-1D82-F0FE-BB3D-AE0D410E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E354C-6B13-A8E4-ACE7-E16EC188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76371-6CDC-48C4-3B65-D3045333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9B5FC-9E13-DAF6-6DEE-E46120B9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374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0814B-1D82-F0FE-BB3D-AE0D410E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E354C-6B13-A8E4-ACE7-E16EC188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76371-6CDC-48C4-3B65-D3045333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9B5FC-9E13-DAF6-6DEE-E46120B9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374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6C852-4D4C-1A35-2829-B60DFB7A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DBC47-D9CC-ABD6-C120-BFE4CCA2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7014-81E9-1C02-20BA-8EF7E8B6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740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6C852-4D4C-1A35-2829-B60DFB7A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DBC47-D9CC-ABD6-C120-BFE4CCA2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7014-81E9-1C02-20BA-8EF7E8B6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740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6C852-4D4C-1A35-2829-B60DFB7A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DBC47-D9CC-ABD6-C120-BFE4CCA2A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7014-81E9-1C02-20BA-8EF7E8B6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740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A856-7D31-5115-FE05-9EB010E3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1610-5CB5-023B-F247-8C3A23370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9830-101E-0A9C-23EE-67E2590FD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07925-6249-6961-487B-72439A5E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E38F4-9813-20F2-8AE4-9B45D530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7477E-1590-6FF4-DB21-B557D903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150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A856-7D31-5115-FE05-9EB010E3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1610-5CB5-023B-F247-8C3A23370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9830-101E-0A9C-23EE-67E2590FD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07925-6249-6961-487B-72439A5E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E38F4-9813-20F2-8AE4-9B45D530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7477E-1590-6FF4-DB21-B557D903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150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A856-7D31-5115-FE05-9EB010E3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1610-5CB5-023B-F247-8C3A23370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9830-101E-0A9C-23EE-67E2590FD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07925-6249-6961-487B-72439A5E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E38F4-9813-20F2-8AE4-9B45D530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7477E-1590-6FF4-DB21-B557D903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1501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09E7-D05A-641A-01F2-CDD780BF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25BB4-CDC8-AFE8-32EB-9A95B84F8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9F997-703B-74BA-FBA9-00681E111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53928-986B-604F-BDCD-82996328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EE606-58D3-042D-8F07-4EEA2C7B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752CF-03AB-E186-F89B-3FF0F6C0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58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09E7-D05A-641A-01F2-CDD780BF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25BB4-CDC8-AFE8-32EB-9A95B84F8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9F997-703B-74BA-FBA9-00681E111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53928-986B-604F-BDCD-82996328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EE606-58D3-042D-8F07-4EEA2C7B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752CF-03AB-E186-F89B-3FF0F6C0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58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609E7-D05A-641A-01F2-CDD780BF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25BB4-CDC8-AFE8-32EB-9A95B84F8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9F997-703B-74BA-FBA9-00681E111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53928-986B-604F-BDCD-82996328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EE606-58D3-042D-8F07-4EEA2C7B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752CF-03AB-E186-F89B-3FF0F6C0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587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E3E3-87E2-9982-D268-D320225A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BD18E-D93F-48A8-7621-304EF51F9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C23E-0671-0C29-8197-43260219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A21C3-98D0-8352-77B9-AEE922E2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5A1AA-19B5-3753-F019-EB74D9C1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215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E3E3-87E2-9982-D268-D320225A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BD18E-D93F-48A8-7621-304EF51F9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C23E-0671-0C29-8197-43260219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A21C3-98D0-8352-77B9-AEE922E2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5A1AA-19B5-3753-F019-EB74D9C1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215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E3E3-87E2-9982-D268-D320225A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BD18E-D93F-48A8-7621-304EF51F9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0C23E-0671-0C29-8197-43260219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A21C3-98D0-8352-77B9-AEE922E2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5A1AA-19B5-3753-F019-EB74D9C1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215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FD58A-72FC-3192-FA43-149C341AD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4C07B-2A32-1A6F-87D5-B0299DC4C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56773-1230-BE51-DA1D-C20AA785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83CEB-B4FD-F5E1-86D8-D0CCD531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E6D2-914B-A123-9B12-A95899A1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155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FD58A-72FC-3192-FA43-149C341AD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4C07B-2A32-1A6F-87D5-B0299DC4C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56773-1230-BE51-DA1D-C20AA785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83CEB-B4FD-F5E1-86D8-D0CCD531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E6D2-914B-A123-9B12-A95899A1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155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FD58A-72FC-3192-FA43-149C341AD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4C07B-2A32-1A6F-87D5-B0299DC4C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56773-1230-BE51-DA1D-C20AA785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83CEB-B4FD-F5E1-86D8-D0CCD531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DE6D2-914B-A123-9B12-A95899A1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1553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476A88-C5AC-BEE7-21EF-AECAE22D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9B71B-EDFE-11C2-FFF4-59070280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A5F0-69BC-C87E-AAAC-28B5913B4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055D-3BF1-A492-5752-B25BD919F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558B-1FC3-7ED3-1186-19A3631BD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61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476A88-C5AC-BEE7-21EF-AECAE22D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9B71B-EDFE-11C2-FFF4-59070280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A5F0-69BC-C87E-AAAC-28B5913B4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055D-3BF1-A492-5752-B25BD919F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558B-1FC3-7ED3-1186-19A3631BD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61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476A88-C5AC-BEE7-21EF-AECAE22D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9B71B-EDFE-11C2-FFF4-590702802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A5F0-69BC-C87E-AAAC-28B5913B4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BBDF9-B087-4DB6-8ED9-76BC5B2EF23F}" type="datetimeFigureOut">
              <a:rPr lang="en-PH" smtClean="0"/>
              <a:t>01/03/2025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055D-3BF1-A492-5752-B25BD919F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6558B-1FC3-7ED3-1186-19A3631BD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F5D3C-4924-4304-9773-B40089C8DDB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61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332265" y="2459504"/>
            <a:ext cx="5527475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FOR 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61210" y="1802547"/>
            <a:ext cx="9469579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My Savior, Redeemer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0169" y="1720840"/>
            <a:ext cx="10751661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Almighty forever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00268" y="1720840"/>
            <a:ext cx="9791463" cy="341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From the everlasting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33977" y="2274838"/>
            <a:ext cx="10324045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You lived and You died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84152" y="2274838"/>
            <a:ext cx="11623695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You opened the 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07133" y="2274838"/>
            <a:ext cx="857773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Hallelujah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00268" y="1166842"/>
            <a:ext cx="9791463" cy="45243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Cause You came near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306732" y="2828835"/>
            <a:ext cx="757855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/>
            </a:pPr>
            <a:r>
              <a:t>FOR WHO YOU 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/>
            </a:pPr>
            <a:r>
              <a:t>Standing here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72084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/>
            </a:pPr>
            <a:r>
              <a:t>Waiting here patiently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166842"/>
            <a:ext cx="1219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/>
            </a:pPr>
            <a:r>
              <a:t>Holy, righteous,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58846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/>
            </a:pPr>
            <a:r>
              <a:t>I will worship You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0" y="1720840"/>
            <a:ext cx="12192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/>
            </a:pPr>
            <a:r>
              <a:t>My soul secure,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