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3" r:id="rId15"/>
    <p:sldId id="294" r:id="rId16"/>
    <p:sldId id="2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126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B1CAC-A87B-75D6-0A24-093900563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23D269-8CF1-1D70-F1A6-EF64890E2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DC23AD-CE43-5775-9315-E566FEFCAC5C}"/>
              </a:ext>
            </a:extLst>
          </p:cNvPr>
          <p:cNvSpPr txBox="1"/>
          <p:nvPr/>
        </p:nvSpPr>
        <p:spPr>
          <a:xfrm>
            <a:off x="2105167" y="2828835"/>
            <a:ext cx="79816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sz="7200" b="1" dirty="0">
                <a:latin typeface="Arial" panose="020B0604020202020204" pitchFamily="34" charset="0"/>
                <a:cs typeface="Arial" panose="020B0604020202020204" pitchFamily="34" charset="0"/>
              </a:rPr>
              <a:t>ALABASTER JAR</a:t>
            </a:r>
          </a:p>
        </p:txBody>
      </p:sp>
    </p:spTree>
    <p:extLst>
      <p:ext uri="{BB962C8B-B14F-4D97-AF65-F5344CB8AC3E}">
        <p14:creationId xmlns:p14="http://schemas.microsoft.com/office/powerpoint/2010/main" val="346018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F33B1-4199-59E0-E491-E3C14A72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E02CEC-F64F-3531-4EFE-B631406BB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90241C-5A2D-8832-8BE5-53B7FF233D91}"/>
              </a:ext>
            </a:extLst>
          </p:cNvPr>
          <p:cNvSpPr txBox="1"/>
          <p:nvPr/>
        </p:nvSpPr>
        <p:spPr>
          <a:xfrm>
            <a:off x="709044" y="2274838"/>
            <a:ext cx="107739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alabaster jar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all I have of worth</a:t>
            </a:r>
          </a:p>
        </p:txBody>
      </p:sp>
    </p:spTree>
    <p:extLst>
      <p:ext uri="{BB962C8B-B14F-4D97-AF65-F5344CB8AC3E}">
        <p14:creationId xmlns:p14="http://schemas.microsoft.com/office/powerpoint/2010/main" val="3616893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5AA1-98FC-FFE1-C04D-9F01BA13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300AD7-7E1E-9F63-5751-3F174D9A4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BE8854-9495-CDED-9B50-CEBE19B71F03}"/>
              </a:ext>
            </a:extLst>
          </p:cNvPr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break it at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feet, Lord,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it's less than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deserve</a:t>
            </a:r>
          </a:p>
        </p:txBody>
      </p:sp>
    </p:spTree>
    <p:extLst>
      <p:ext uri="{BB962C8B-B14F-4D97-AF65-F5344CB8AC3E}">
        <p14:creationId xmlns:p14="http://schemas.microsoft.com/office/powerpoint/2010/main" val="655940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48528-561A-E5EC-5635-787B85A9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51C06F-8907-4F85-516A-3A740E3E0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A1C50A-C367-9A89-5EAC-21A6C72C7A4E}"/>
              </a:ext>
            </a:extLst>
          </p:cNvPr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You're far more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beautiful,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precious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the oil</a:t>
            </a:r>
          </a:p>
        </p:txBody>
      </p:sp>
    </p:spTree>
    <p:extLst>
      <p:ext uri="{BB962C8B-B14F-4D97-AF65-F5344CB8AC3E}">
        <p14:creationId xmlns:p14="http://schemas.microsoft.com/office/powerpoint/2010/main" val="329646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E48E2-29C3-F334-6DA9-EAD236420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415986-3473-015F-4834-8E076BC27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24C185-AB35-C68F-7B80-4F79613A8693}"/>
              </a:ext>
            </a:extLst>
          </p:cNvPr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sum of my desires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the fullness of my joy</a:t>
            </a:r>
          </a:p>
        </p:txBody>
      </p:sp>
    </p:spTree>
    <p:extLst>
      <p:ext uri="{BB962C8B-B14F-4D97-AF65-F5344CB8AC3E}">
        <p14:creationId xmlns:p14="http://schemas.microsoft.com/office/powerpoint/2010/main" val="386653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755DC-6BD3-5B71-A4F2-24311CFEC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D1BBF2-8853-BA0F-EF7E-49DF72B2D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E22EB6-05E3-668C-E9B7-F1DC3EB640F8}"/>
              </a:ext>
            </a:extLst>
          </p:cNvPr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 You spilled Your blood, I spill my heart</a:t>
            </a:r>
          </a:p>
        </p:txBody>
      </p:sp>
    </p:spTree>
    <p:extLst>
      <p:ext uri="{BB962C8B-B14F-4D97-AF65-F5344CB8AC3E}">
        <p14:creationId xmlns:p14="http://schemas.microsoft.com/office/powerpoint/2010/main" val="2445154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F2FE-2B7C-1A32-1ECD-ED2904380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BD4C51-12F9-02AC-C610-D4F6786CC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B3EF4A-C1D6-5FEF-54F8-4E13C24E75F0}"/>
              </a:ext>
            </a:extLst>
          </p:cNvPr>
          <p:cNvSpPr txBox="1"/>
          <p:nvPr/>
        </p:nvSpPr>
        <p:spPr>
          <a:xfrm>
            <a:off x="0" y="282883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an offering to my King</a:t>
            </a:r>
          </a:p>
        </p:txBody>
      </p:sp>
    </p:spTree>
    <p:extLst>
      <p:ext uri="{BB962C8B-B14F-4D97-AF65-F5344CB8AC3E}">
        <p14:creationId xmlns:p14="http://schemas.microsoft.com/office/powerpoint/2010/main" val="3831970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396AF-B477-412D-5928-BB546C502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7BF83-5E0D-17B3-DF71-0048F3E0D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07ACDE-2FE0-1BD4-AFC0-98D6BD6843F4}"/>
              </a:ext>
            </a:extLst>
          </p:cNvPr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I am, take me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an offering</a:t>
            </a:r>
          </a:p>
        </p:txBody>
      </p:sp>
    </p:spTree>
    <p:extLst>
      <p:ext uri="{BB962C8B-B14F-4D97-AF65-F5344CB8AC3E}">
        <p14:creationId xmlns:p14="http://schemas.microsoft.com/office/powerpoint/2010/main" val="4134477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2F8A1-4CA1-D216-B539-6CCCF37F5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C2ABE0-55D1-BD71-4D65-48DA7888A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19F8E4-8C9B-11F3-F961-E9548DF68E6E}"/>
              </a:ext>
            </a:extLst>
          </p:cNvPr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I am, giving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heartbeat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Your glory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 me</a:t>
            </a:r>
          </a:p>
        </p:txBody>
      </p:sp>
    </p:spTree>
    <p:extLst>
      <p:ext uri="{BB962C8B-B14F-4D97-AF65-F5344CB8AC3E}">
        <p14:creationId xmlns:p14="http://schemas.microsoft.com/office/powerpoint/2010/main" val="719858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755F1-2DA8-D6CD-FB38-BFFA59B9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3BCD26-9861-6A89-8620-E09D771E6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320732-7790-A223-1B2B-FED7C8270878}"/>
              </a:ext>
            </a:extLst>
          </p:cNvPr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time that I have left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all I have of worth</a:t>
            </a:r>
          </a:p>
        </p:txBody>
      </p:sp>
    </p:spTree>
    <p:extLst>
      <p:ext uri="{BB962C8B-B14F-4D97-AF65-F5344CB8AC3E}">
        <p14:creationId xmlns:p14="http://schemas.microsoft.com/office/powerpoint/2010/main" val="1628891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B7DCA-41CD-2F11-6202-9F8DE3096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2F4AD1-719E-E96D-F65C-FF84EB217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A6753C-69BF-3F2A-3193-ECA1D5D945EA}"/>
              </a:ext>
            </a:extLst>
          </p:cNvPr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lay it at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feet, Lord,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it's less than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deserve</a:t>
            </a:r>
          </a:p>
        </p:txBody>
      </p:sp>
    </p:spTree>
    <p:extLst>
      <p:ext uri="{BB962C8B-B14F-4D97-AF65-F5344CB8AC3E}">
        <p14:creationId xmlns:p14="http://schemas.microsoft.com/office/powerpoint/2010/main" val="3183904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92F0B-756C-D62D-32D8-CE8D2099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F050A1-6B1E-FF57-1E15-92B75896F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4E533D-0A75-A461-E0C5-BF19F4CB8D92}"/>
              </a:ext>
            </a:extLst>
          </p:cNvPr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though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I've little strength,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though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days are few</a:t>
            </a:r>
          </a:p>
        </p:txBody>
      </p:sp>
    </p:spTree>
    <p:extLst>
      <p:ext uri="{BB962C8B-B14F-4D97-AF65-F5344CB8AC3E}">
        <p14:creationId xmlns:p14="http://schemas.microsoft.com/office/powerpoint/2010/main" val="2373323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2B5FA-0D79-929E-BB8F-668C3E0AC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17C48B-10BA-A7A4-658F-62AA33655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6EC325-5B78-4727-62D4-17A2B8A6F29D}"/>
              </a:ext>
            </a:extLst>
          </p:cNvPr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gave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life for me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I will live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life for You</a:t>
            </a:r>
          </a:p>
        </p:txBody>
      </p:sp>
    </p:spTree>
    <p:extLst>
      <p:ext uri="{BB962C8B-B14F-4D97-AF65-F5344CB8AC3E}">
        <p14:creationId xmlns:p14="http://schemas.microsoft.com/office/powerpoint/2010/main" val="2959469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99F43-923E-FB8C-1FC2-681D72C6B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5BB923-C47B-539F-BF4A-C0FB8C9F2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55E9BD-8127-DE6A-E737-BCC6B2153A5C}"/>
              </a:ext>
            </a:extLst>
          </p:cNvPr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 You spilled Your blood, I spill my heart</a:t>
            </a:r>
          </a:p>
        </p:txBody>
      </p:sp>
    </p:spTree>
    <p:extLst>
      <p:ext uri="{BB962C8B-B14F-4D97-AF65-F5344CB8AC3E}">
        <p14:creationId xmlns:p14="http://schemas.microsoft.com/office/powerpoint/2010/main" val="111633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C332-5D15-9841-B471-B3EE39D5D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583A84-0901-5A6B-1391-A7F977648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4C1542-3306-D0EC-2FC8-3B125065CFAF}"/>
              </a:ext>
            </a:extLst>
          </p:cNvPr>
          <p:cNvSpPr txBox="1"/>
          <p:nvPr/>
        </p:nvSpPr>
        <p:spPr>
          <a:xfrm>
            <a:off x="0" y="282883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an offering to my King</a:t>
            </a:r>
          </a:p>
        </p:txBody>
      </p:sp>
    </p:spTree>
    <p:extLst>
      <p:ext uri="{BB962C8B-B14F-4D97-AF65-F5344CB8AC3E}">
        <p14:creationId xmlns:p14="http://schemas.microsoft.com/office/powerpoint/2010/main" val="173065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35402-CC69-59C7-3665-3FB26595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97EF09-6558-53DD-B324-40E6FEDEA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58046E-D573-A1CB-AD3F-C1641534C9CA}"/>
              </a:ext>
            </a:extLst>
          </p:cNvPr>
          <p:cNvSpPr txBox="1"/>
          <p:nvPr/>
        </p:nvSpPr>
        <p:spPr>
          <a:xfrm>
            <a:off x="0" y="1720840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Worthy, worthy,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are worthy,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worthy is the Lord</a:t>
            </a:r>
          </a:p>
        </p:txBody>
      </p:sp>
    </p:spTree>
    <p:extLst>
      <p:ext uri="{BB962C8B-B14F-4D97-AF65-F5344CB8AC3E}">
        <p14:creationId xmlns:p14="http://schemas.microsoft.com/office/powerpoint/2010/main" val="301509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163</Words>
  <Application>Microsoft Office PowerPoint</Application>
  <PresentationFormat>Widescreen</PresentationFormat>
  <Paragraphs>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Orville Barba</dc:creator>
  <cp:lastModifiedBy>Orville Barba</cp:lastModifiedBy>
  <cp:revision>51</cp:revision>
  <dcterms:created xsi:type="dcterms:W3CDTF">2025-02-01T23:19:10Z</dcterms:created>
  <dcterms:modified xsi:type="dcterms:W3CDTF">2025-02-01T23:50:44Z</dcterms:modified>
</cp:coreProperties>
</file>