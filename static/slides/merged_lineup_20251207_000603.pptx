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50.xml" ContentType="application/vnd.openxmlformats-officedocument.presentationml.slide+xml"/>
  <Override PartName="/ppt/slides/slide52.xml" ContentType="application/vnd.openxmlformats-officedocument.presentationml.slide+xml"/>
  <Override PartName="/ppt/slides/slide54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slides/slide66.xml" ContentType="application/vnd.openxmlformats-officedocument.presentationml.slide+xml"/>
  <Override PartName="/ppt/slides/slide68.xml" ContentType="application/vnd.openxmlformats-officedocument.presentationml.slide+xml"/>
  <Override PartName="/ppt/slides/slide70.xml" ContentType="application/vnd.openxmlformats-officedocument.presentationml.slide+xml"/>
  <Override PartName="/ppt/slides/slide72.xml" ContentType="application/vnd.openxmlformats-officedocument.presentationml.slide+xml"/>
  <Override PartName="/ppt/slides/slide74.xml" ContentType="application/vnd.openxmlformats-officedocument.presentationml.slide+xml"/>
  <Override PartName="/ppt/slides/slide76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276B1CAC-A87B-75D6-0A24-093900563C78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E23D269-8CF1-1D70-F1A6-EF64890E2C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DC23AD-CE43-5775-9315-E566FEFCAC5C}"/>
                  </a:ext>
                </a:extLst>
              </p:cNvPr>
              <p:cNvSpPr txBox="1"/>
              <p:nvPr/>
            </p:nvSpPr>
            <p:spPr>
              <a:xfrm>
                <a:off x="2105167" y="2828835"/>
                <a:ext cx="798167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PH" sz="7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ALABASTER JAR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460186209"/>
          </p:ext>
        </p:extLst>
      </p:cSld>
      <p:clrMapOvr>
        <a:masterClrMapping/>
      </p:clrMapOvr>
    </p:sld>
    <p:sldId id="256" r:id="rId7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BCF33B1-4199-59E0-E491-E3C14A7264D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DE02CEC-F64F-3531-4EFE-B631406BBC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90241C-5A2D-8832-8BE5-53B7FF233D91}"/>
                  </a:ext>
                </a:extLst>
              </p:cNvPr>
              <p:cNvSpPr txBox="1"/>
              <p:nvPr/>
            </p:nvSpPr>
            <p:spPr>
              <a:xfrm>
                <a:off x="709044" y="2274838"/>
                <a:ext cx="1077391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alabaster jar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all I have of worth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616893097"/>
          </p:ext>
        </p:extLst>
      </p:cSld>
      <p:clrMapOvr>
        <a:masterClrMapping/>
      </p:clrMapOvr>
    </p:sld>
    <p:sldId id="257" r:id="rId8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CB8E5AA1-98FC-FFE1-C04D-9F01BA13198B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7300AD7-7E1E-9F63-5751-3F174D9A4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BE8854-9495-CDED-9B50-CEBE19B71F03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break it at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feet, Lord,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it's less than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deserve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655940168"/>
          </p:ext>
        </p:extLst>
      </p:cSld>
      <p:clrMapOvr>
        <a:masterClrMapping/>
      </p:clrMapOvr>
    </p:sld>
    <p:sldId id="258" r:id="rId9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6E48528-561A-E5EC-5635-787B85A93531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051C06F-8907-4F85-516A-3A740E3E0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A1C50A-C367-9A89-5EAC-21A6C72C7A4E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You're far more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beautiful,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more precious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than the oil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296461983"/>
          </p:ext>
        </p:extLst>
      </p:cSld>
      <p:clrMapOvr>
        <a:masterClrMapping/>
      </p:clrMapOvr>
    </p:sld>
    <p:sldId id="259" r:id="rId10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C85E48E2-29C3-F334-6DA9-EAD2364208D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8415986-3473-015F-4834-8E076BC274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24C185-AB35-C68F-7B80-4F79613A8693}"/>
                  </a:ext>
                </a:extLst>
              </p:cNvPr>
              <p:cNvSpPr txBox="1"/>
              <p:nvPr/>
            </p:nvSpPr>
            <p:spPr>
              <a:xfrm>
                <a:off x="0" y="2274838"/>
                <a:ext cx="12192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sum of my desires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the fullness of my joy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866537541"/>
          </p:ext>
        </p:extLst>
      </p:cSld>
      <p:clrMapOvr>
        <a:masterClrMapping/>
      </p:clrMapOvr>
    </p:sld>
    <p:sldId id="260" r:id="rId11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C2755DC-6BD3-5B71-A4F2-24311CFEC888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AD1BBF2-8853-BA0F-EF7E-49DF72B2DB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E22EB6-05E3-668C-E9B7-F1DC3EB640F8}"/>
                  </a:ext>
                </a:extLst>
              </p:cNvPr>
              <p:cNvSpPr txBox="1"/>
              <p:nvPr/>
            </p:nvSpPr>
            <p:spPr>
              <a:xfrm>
                <a:off x="0" y="2274838"/>
                <a:ext cx="12192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Like You spilled Your blood, I spill my heart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445154650"/>
          </p:ext>
        </p:extLst>
      </p:cSld>
      <p:clrMapOvr>
        <a:masterClrMapping/>
      </p:clrMapOvr>
    </p:sld>
    <p:sldId id="261" r:id="rId12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FA8AF2FE-2B7C-1A32-1ECD-ED29043802D9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ABD4C51-12F9-02AC-C610-D4F6786CCE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B3EF4A-C1D6-5FEF-54F8-4E13C24E75F0}"/>
                  </a:ext>
                </a:extLst>
              </p:cNvPr>
              <p:cNvSpPr txBox="1"/>
              <p:nvPr/>
            </p:nvSpPr>
            <p:spPr>
              <a:xfrm>
                <a:off x="0" y="2828835"/>
                <a:ext cx="12192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an offering to my King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831970842"/>
          </p:ext>
        </p:extLst>
      </p:cSld>
      <p:clrMapOvr>
        <a:masterClrMapping/>
      </p:clrMapOvr>
    </p:sld>
    <p:sldId id="262" r:id="rId13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7BE396AF-B477-412D-5928-BB546C502886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747BF83-5E0D-17B3-DF71-0048F3E0DD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07ACDE-2FE0-1BD4-AFC0-98D6BD6843F4}"/>
                  </a:ext>
                </a:extLst>
              </p:cNvPr>
              <p:cNvSpPr txBox="1"/>
              <p:nvPr/>
            </p:nvSpPr>
            <p:spPr>
              <a:xfrm>
                <a:off x="0" y="2274838"/>
                <a:ext cx="12192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Here I am, take me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an offering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4134477361"/>
          </p:ext>
        </p:extLst>
      </p:cSld>
      <p:clrMapOvr>
        <a:masterClrMapping/>
      </p:clrMapOvr>
    </p:sld>
    <p:sldId id="263" r:id="rId14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3312F8A1-4CA1-D216-B539-6CCCF37F5E46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3C2ABE0-55D1-BD71-4D65-48DA7888A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19F8E4-8C9B-11F3-F961-E9548DF68E6E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Here I am, giving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every heartbeat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Your glory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Take me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719858263"/>
          </p:ext>
        </p:extLst>
      </p:cSld>
      <p:clrMapOvr>
        <a:masterClrMapping/>
      </p:clrMapOvr>
    </p:sld>
    <p:sldId id="264" r:id="rId15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AA6755F1-2DA8-D6CD-FB38-BFFA59B93BC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73BCD26-9861-6A89-8620-E09D771E64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320732-7790-A223-1B2B-FED7C8270878}"/>
                  </a:ext>
                </a:extLst>
              </p:cNvPr>
              <p:cNvSpPr txBox="1"/>
              <p:nvPr/>
            </p:nvSpPr>
            <p:spPr>
              <a:xfrm>
                <a:off x="0" y="2274838"/>
                <a:ext cx="12192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time that I have left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all I have of worth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628891960"/>
          </p:ext>
        </p:extLst>
      </p:cSld>
      <p:clrMapOvr>
        <a:masterClrMapping/>
      </p:clrMapOvr>
    </p:sld>
    <p:sldId id="265" r:id="rId16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0FEB7DCA-41CD-2F11-6202-9F8DE3096D5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92F4AD1-719E-E96D-F65C-FF84EB2177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A6753C-69BF-3F2A-3193-ECA1D5D945EA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lay it at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feet, Lord,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it's less than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deserve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183904116"/>
          </p:ext>
        </p:extLst>
      </p:cSld>
      <p:clrMapOvr>
        <a:masterClrMapping/>
      </p:clrMapOvr>
    </p:sld>
    <p:sldId id="266" r:id="rId17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7792F0B-756C-D62D-32D8-CE8D20995A6A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7F050A1-6B1E-FF57-1E15-92B75896F3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E4E533D-0A75-A461-E0C5-BF19F4CB8D92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though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I've little strength,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though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days are few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373323814"/>
          </p:ext>
        </p:extLst>
      </p:cSld>
      <p:clrMapOvr>
        <a:masterClrMapping/>
      </p:clrMapOvr>
    </p:sld>
    <p:sldId id="267" r:id="rId18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4C2B5FA-0D79-929E-BB8F-668C3E0ACB42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017C48B-10BA-A7A4-658F-62AA33655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6EC325-5B78-4727-62D4-17A2B8A6F29D}"/>
                  </a:ext>
                </a:extLst>
              </p:cNvPr>
              <p:cNvSpPr txBox="1"/>
              <p:nvPr/>
            </p:nvSpPr>
            <p:spPr>
              <a:xfrm>
                <a:off x="0" y="1166842"/>
                <a:ext cx="121920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gave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life for me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 I will live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life for You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959469374"/>
          </p:ext>
        </p:extLst>
      </p:cSld>
      <p:clrMapOvr>
        <a:masterClrMapping/>
      </p:clrMapOvr>
    </p:sld>
    <p:sldId id="268" r:id="rId19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63499F43-923E-FB8C-1FC2-681D72C6BC2F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D5BB923-C47B-539F-BF4A-C0FB8C9F2F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55E9BD-8127-DE6A-E737-BCC6B2153A5C}"/>
                  </a:ext>
                </a:extLst>
              </p:cNvPr>
              <p:cNvSpPr txBox="1"/>
              <p:nvPr/>
            </p:nvSpPr>
            <p:spPr>
              <a:xfrm>
                <a:off x="0" y="2274838"/>
                <a:ext cx="121920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Like You spilled Your blood, I spill my heart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11633471"/>
          </p:ext>
        </p:extLst>
      </p:cSld>
      <p:clrMapOvr>
        <a:masterClrMapping/>
      </p:clrMapOvr>
    </p:sld>
    <p:sldId id="269" r:id="rId20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7C9C332-5D15-9841-B471-B3EE39D5DFFE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9583A84-0901-5A6B-1391-A7F977648C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4C1542-3306-D0EC-2FC8-3B125065CFAF}"/>
                  </a:ext>
                </a:extLst>
              </p:cNvPr>
              <p:cNvSpPr txBox="1"/>
              <p:nvPr/>
            </p:nvSpPr>
            <p:spPr>
              <a:xfrm>
                <a:off x="0" y="2828835"/>
                <a:ext cx="121920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 an offering to my King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73065157"/>
          </p:ext>
        </p:extLst>
      </p:cSld>
      <p:clrMapOvr>
        <a:masterClrMapping/>
      </p:clrMapOvr>
    </p:sld>
    <p:sldId id="270" r:id="rId21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DBE35402-CC69-59C7-3665-3FB2659580AF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897EF09-6558-53DD-B324-40E6FEDEA3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58046E-D573-A1CB-AD3F-C1641534C9CA}"/>
                  </a:ext>
                </a:extLst>
              </p:cNvPr>
              <p:cNvSpPr txBox="1"/>
              <p:nvPr/>
            </p:nvSpPr>
            <p:spPr>
              <a:xfrm>
                <a:off x="0" y="1720840"/>
                <a:ext cx="121920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Worthy, worthy,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are worthy,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worthy is the Lord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015094887"/>
          </p:ext>
        </p:extLst>
      </p:cSld>
      <p:clrMapOvr>
        <a:masterClrMapping/>
      </p:clrMapOvr>
    </p:sld>
    <p:sldId id="271" r:id="rId22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7980CC72-9F46-5E6E-DABB-0A24296D9FB7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EFAA8BD4-08FC-6AE8-F662-555442418F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4DAB7F-545D-345C-289E-BBB0FEA95969}"/>
                  </a:ext>
                </a:extLst>
              </p:cNvPr>
              <p:cNvSpPr txBox="1"/>
              <p:nvPr/>
            </p:nvSpPr>
            <p:spPr>
              <a:xfrm>
                <a:off x="1656323" y="2459504"/>
                <a:ext cx="887935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6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ALL THINGS ARE</a:t>
                </a:r>
              </a:p>
              <a:p>
                <a:pPr algn="ctr"/>
                <a:r>
                  <a:rPr lang="en-PH" sz="6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POSSIBLE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608743319"/>
          </p:ext>
        </p:extLst>
      </p:cSld>
      <p:clrMapOvr>
        <a:masterClrMapping/>
      </p:clrMapOvr>
    </p:sld>
    <p:sldId id="272" r:id="rId23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0DEDE6E3-FAB0-139E-599F-10E2373B31E0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445D952-01A0-D381-70BD-DD71D0D52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14AD52-B320-916B-0CE6-62F4BD5D5B8B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Almighty God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redeemer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hiding place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safe refuge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69220050"/>
          </p:ext>
        </p:extLst>
      </p:cSld>
      <p:clrMapOvr>
        <a:masterClrMapping/>
      </p:clrMapOvr>
    </p:sld>
    <p:sldId id="273" r:id="rId24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7035CF0-0683-004D-F81F-16F5D99786C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2CF04F6-1005-81CE-4678-F4D3AA74C4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66DC4A-1EED-76C2-FC81-CABDFBD577BD}"/>
                  </a:ext>
                </a:extLst>
              </p:cNvPr>
              <p:cNvSpPr txBox="1"/>
              <p:nvPr/>
            </p:nvSpPr>
            <p:spPr>
              <a:xfrm>
                <a:off x="270948" y="1720840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 other name like Jesus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 power can stand against You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08244933"/>
          </p:ext>
        </p:extLst>
      </p:cSld>
      <p:clrMapOvr>
        <a:masterClrMapping/>
      </p:clrMapOvr>
    </p:sld>
    <p:sldId id="274" r:id="rId25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E03EB909-6C06-7505-AE0E-BB7571A2E848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11423DB-508B-AB1A-467C-F7F15C4610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F3962F-EBCC-4E8B-A69E-D1DCBEF47380}"/>
                  </a:ext>
                </a:extLst>
              </p:cNvPr>
              <p:cNvSpPr txBox="1"/>
              <p:nvPr/>
            </p:nvSpPr>
            <p:spPr>
              <a:xfrm>
                <a:off x="270948" y="1720840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feet are planted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 this rock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I will not be shaken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4274741865"/>
          </p:ext>
        </p:extLst>
      </p:cSld>
      <p:clrMapOvr>
        <a:masterClrMapping/>
      </p:clrMapOvr>
    </p:sld>
    <p:sldId id="275" r:id="rId26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1EE81AE-82DE-34B2-0314-540BA6719D09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FC86174-3CDB-0430-FE13-8EE2FCC4E7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E84A33-4CE5-1668-7B18-DA4298AF62C8}"/>
                  </a:ext>
                </a:extLst>
              </p:cNvPr>
              <p:cNvSpPr txBox="1"/>
              <p:nvPr/>
            </p:nvSpPr>
            <p:spPr>
              <a:xfrm>
                <a:off x="270948" y="1789666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hope it comes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from You alone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Lord and my salvation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572706413"/>
          </p:ext>
        </p:extLst>
      </p:cSld>
      <p:clrMapOvr>
        <a:masterClrMapping/>
      </p:clrMapOvr>
    </p:sld>
    <p:sldId id="276" r:id="rId27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3D5A9B5B-B2BE-74DD-335E-94CB29391A58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29DE604-3A1C-FEA2-5115-29C993332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A619E1-6E92-2F97-FC69-29E434497345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praise is always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 my lips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Your word is living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 my heart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655361482"/>
          </p:ext>
        </p:extLst>
      </p:cSld>
      <p:clrMapOvr>
        <a:masterClrMapping/>
      </p:clrMapOvr>
    </p:sld>
    <p:sldId id="277" r:id="rId28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FCE45FFF-7175-F1E0-3E3C-01A93ECB085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0FADBCA-DD76-4846-E130-EA2146E9F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8323F3-5777-2D9F-CD4C-59412EDFE5C4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I will praise You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a new song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soul will bless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Lord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876399116"/>
          </p:ext>
        </p:extLst>
      </p:cSld>
      <p:clrMapOvr>
        <a:masterClrMapping/>
      </p:clrMapOvr>
    </p:sld>
    <p:sldId id="278" r:id="rId29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A03447F1-80A4-70C0-D1F1-FAC5BFD57171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EB3A3A9-9155-2261-804F-134D0CB20C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311688-D4E8-C9FA-E738-92AF131987F8}"/>
                  </a:ext>
                </a:extLst>
              </p:cNvPr>
              <p:cNvSpPr txBox="1"/>
              <p:nvPr/>
            </p:nvSpPr>
            <p:spPr>
              <a:xfrm>
                <a:off x="270948" y="1720840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fill my life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greater joy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Yes I delight myself in You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605903229"/>
          </p:ext>
        </p:extLst>
      </p:cSld>
      <p:clrMapOvr>
        <a:masterClrMapping/>
      </p:clrMapOvr>
    </p:sld>
    <p:sldId id="279" r:id="rId30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E7326A19-F1A3-B910-4020-C64741EE199F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F77D537-C953-DBC1-5DB6-A2801BB848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D1851A-68B0-EC01-7AE4-E2EE383602AF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I will praise You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a new song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soul will bless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 Lord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445754457"/>
          </p:ext>
        </p:extLst>
      </p:cSld>
      <p:clrMapOvr>
        <a:masterClrMapping/>
      </p:clrMapOvr>
    </p:sld>
    <p:sldId id="280" r:id="rId31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92EB405B-4B69-FF44-A5E7-75FC4FA43A4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75C3036-E201-F397-9E09-FC9965C142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95C879-8F96-8B60-8007-501392A7D25F}"/>
                  </a:ext>
                </a:extLst>
              </p:cNvPr>
              <p:cNvSpPr txBox="1"/>
              <p:nvPr/>
            </p:nvSpPr>
            <p:spPr>
              <a:xfrm>
                <a:off x="270948" y="1720840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feet are planted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 this rock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I will not be shaken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133252534"/>
          </p:ext>
        </p:extLst>
      </p:cSld>
      <p:clrMapOvr>
        <a:masterClrMapping/>
      </p:clrMapOvr>
    </p:sld>
    <p:sldId id="281" r:id="rId32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F4A965DD-744A-B3C3-5ED4-C4147123D43A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FD35937-98C3-84F6-23B7-A83095A127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74770F-F970-6ECB-5982-832440FA93A9}"/>
                  </a:ext>
                </a:extLst>
              </p:cNvPr>
              <p:cNvSpPr txBox="1"/>
              <p:nvPr/>
            </p:nvSpPr>
            <p:spPr>
              <a:xfrm>
                <a:off x="270948" y="1720840"/>
                <a:ext cx="1165010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hope it comes from You alone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My Lord and my salvation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2776136985"/>
          </p:ext>
        </p:extLst>
      </p:cSld>
      <p:clrMapOvr>
        <a:masterClrMapping/>
      </p:clrMapOvr>
    </p:sld>
    <p:sldId id="282" r:id="rId33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E99AC91-FAD4-E0B6-561A-43B8296356C3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067B797-BA0B-10AF-C1BF-D6D0F48E3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0E1DCB-C13D-C332-440D-435AB0688587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When I am weak You make me strong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When I'm poor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 know I'm rich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448262559"/>
          </p:ext>
        </p:extLst>
      </p:cSld>
      <p:clrMapOvr>
        <a:masterClrMapping/>
      </p:clrMapOvr>
    </p:sld>
    <p:sldId id="283" r:id="rId34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CD94CEC3-9D8F-4F74-72E6-9EE9AFF90BC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7C8C68D-E04F-D93B-99F7-3A40EAFED2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EE36A1-1188-78E2-30AD-38BA062AFFBF}"/>
                  </a:ext>
                </a:extLst>
              </p:cNvPr>
              <p:cNvSpPr txBox="1"/>
              <p:nvPr/>
            </p:nvSpPr>
            <p:spPr>
              <a:xfrm>
                <a:off x="270948" y="2274838"/>
                <a:ext cx="1165010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in the power 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 Your name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746666266"/>
          </p:ext>
        </p:extLst>
      </p:cSld>
      <p:clrMapOvr>
        <a:masterClrMapping/>
      </p:clrMapOvr>
    </p:sld>
    <p:sldId id="284" r:id="rId35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4D95AFA-8F9B-75E8-9CA4-659CD08AE620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F60B7D9-A5A6-D959-2589-830DB56D77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E5C80F-00F3-5312-CDE9-302CC825A49E}"/>
                  </a:ext>
                </a:extLst>
              </p:cNvPr>
              <p:cNvSpPr txBox="1"/>
              <p:nvPr/>
            </p:nvSpPr>
            <p:spPr>
              <a:xfrm>
                <a:off x="270948" y="1166842"/>
                <a:ext cx="1165010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 things are possible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 things are possible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 things are possible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 things are possible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001797329"/>
          </p:ext>
        </p:extLst>
      </p:cSld>
      <p:clrMapOvr>
        <a:masterClrMapping/>
      </p:clrMapOvr>
    </p:sld>
    <p:sldId id="285" r:id="rId36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09821587-AA72-6FBD-EC92-D45024AF33CB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55915CA-A8C6-23B0-C383-4142F502E5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BE979C-24CD-5B90-6C17-DBD5ECADB7E9}"/>
                  </a:ext>
                </a:extLst>
              </p:cNvPr>
              <p:cNvSpPr txBox="1"/>
              <p:nvPr/>
            </p:nvSpPr>
            <p:spPr>
              <a:xfrm>
                <a:off x="2709848" y="2767280"/>
                <a:ext cx="6772303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PH" sz="8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ARAW-ARAW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670989829"/>
          </p:ext>
        </p:extLst>
      </p:cSld>
      <p:clrMapOvr>
        <a:masterClrMapping/>
      </p:clrMapOvr>
    </p:sld>
    <p:sldId id="286" r:id="rId37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F844857-9826-3621-A008-C56007A2782A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EA45B06F-1E10-ED8B-E0AF-418353553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5B1C06-92E2-A592-1DCE-72691CEA04DB}"/>
                  </a:ext>
                </a:extLst>
              </p:cNvPr>
              <p:cNvSpPr txBox="1"/>
              <p:nvPr/>
            </p:nvSpPr>
            <p:spPr>
              <a:xfrm>
                <a:off x="2780348" y="1166842"/>
                <a:ext cx="6631303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Wooh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Wooh ooh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ooh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Wooh</a:t>
                </a: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Wooh ooh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ooh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spTree>
        <p:extLst>
          <p:ext uri="{BB962C8B-B14F-4D97-AF65-F5344CB8AC3E}">
            <p14:creationId xmlns:p14="http://schemas.microsoft.com/office/powerpoint/2010/main" val="2721592560"/>
          </p:ext>
        </p:extLst>
      </p:cSld>
      <p:clrMapOvr>
        <a:masterClrMapping/>
      </p:clrMapOvr>
    </p:sld>
    <p:sldId id="287" r:id="rId38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A580ABAA-C5C1-54CD-DF39-44E4EAA49FA0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D7AD2A1-5D73-3328-B58C-9579CFA29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C507BD-BED5-5C45-DBC8-D120EEE901A6}"/>
                  </a:ext>
                </a:extLst>
              </p:cNvPr>
              <p:cNvSpPr txBox="1"/>
              <p:nvPr/>
            </p:nvSpPr>
            <p:spPr>
              <a:xfrm>
                <a:off x="700131" y="674400"/>
                <a:ext cx="10791737" cy="5016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Araw-Araw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kasiyahan</a:t>
                </a:r>
                <a:endParaRPr lang="en-US" sz="8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Araw-Araw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kagalakan</a:t>
                </a:r>
                <a:endParaRPr lang="en-US" sz="8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Araw-Araw oh Dios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Araw-Araw oh Dios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1580320286"/>
          </p:ext>
        </p:extLst>
      </p:cSld>
      <p:clrMapOvr>
        <a:masterClrMapping/>
      </p:clrMapOvr>
    </p:sld>
    <p:sldId id="288" r:id="rId39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00F34A0-E31B-E29F-AEB8-D48CFC1B19D7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E7591FA0-5FE9-94EE-BF77-9D88171507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26BAA7-4AD4-EACD-29AB-ED79FA226EC3}"/>
                  </a:ext>
                </a:extLst>
              </p:cNvPr>
              <p:cNvSpPr txBox="1"/>
              <p:nvPr/>
            </p:nvSpPr>
            <p:spPr>
              <a:xfrm>
                <a:off x="386745" y="674400"/>
                <a:ext cx="11418510" cy="5016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Araw-Araw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sasamahan</a:t>
                </a:r>
                <a:endParaRPr lang="en-US" sz="8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Araw-Araw di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iiwan</a:t>
                </a:r>
                <a:endParaRPr lang="en-US" sz="8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Araw-Araw oh Dios</a:t>
                </a: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Araw-Araw oh Dios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525432399"/>
          </p:ext>
        </p:extLst>
      </p:cSld>
      <p:clrMapOvr>
        <a:masterClrMapping/>
      </p:clrMapOvr>
    </p:sld>
    <p:sldId id="289" r:id="rId40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526FD35D-CF4A-C383-2D13-F0F0F7F3761D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81FD96C-FE72-49E0-CAB7-418E03D939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E3EC60-4F50-C183-F92D-8332023F9155}"/>
                  </a:ext>
                </a:extLst>
              </p:cNvPr>
              <p:cNvSpPr txBox="1"/>
              <p:nvPr/>
            </p:nvSpPr>
            <p:spPr>
              <a:xfrm>
                <a:off x="1899178" y="920621"/>
                <a:ext cx="8393644" cy="5016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Ano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mang</a:t>
                </a:r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ctr"/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maging</a:t>
                </a:r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panahon</a:t>
                </a:r>
                <a:endParaRPr lang="en-US" sz="8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Ano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mang</a:t>
                </a:r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ctr"/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pagkakataon</a:t>
                </a:r>
                <a:endParaRPr lang="en-US" sz="8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spTree>
        <p:extLst>
          <p:ext uri="{BB962C8B-B14F-4D97-AF65-F5344CB8AC3E}">
            <p14:creationId xmlns:p14="http://schemas.microsoft.com/office/powerpoint/2010/main" val="1500066126"/>
          </p:ext>
        </p:extLst>
      </p:cSld>
      <p:clrMapOvr>
        <a:masterClrMapping/>
      </p:clrMapOvr>
    </p:sld>
    <p:sldId id="290" r:id="rId41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46A47788-A7FA-1909-53DD-8A3BBDECB948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B1AE2C6-5E2C-B25A-C7E5-4C215A182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4BFF9C-AD71-E6E8-D76F-E6DAACD3CFB5}"/>
                  </a:ext>
                </a:extLst>
              </p:cNvPr>
              <p:cNvSpPr txBox="1"/>
              <p:nvPr/>
            </p:nvSpPr>
            <p:spPr>
              <a:xfrm>
                <a:off x="1556135" y="920621"/>
                <a:ext cx="9079729" cy="5016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Ano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mang</a:t>
                </a:r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ctr"/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maging</a:t>
                </a:r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sitwasyon</a:t>
                </a:r>
                <a:endParaRPr lang="en-US" sz="8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Ika'y</a:t>
                </a:r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Pupurihin</a:t>
                </a:r>
                <a:endParaRPr lang="en-US" sz="8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Ikaw at Ikaw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parin</a:t>
                </a:r>
                <a:endParaRPr lang="en-US" sz="8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spTree>
        <p:extLst>
          <p:ext uri="{BB962C8B-B14F-4D97-AF65-F5344CB8AC3E}">
            <p14:creationId xmlns:p14="http://schemas.microsoft.com/office/powerpoint/2010/main" val="3935984272"/>
          </p:ext>
        </p:extLst>
      </p:cSld>
      <p:clrMapOvr>
        <a:masterClrMapping/>
      </p:clrMapOvr>
    </p:sld>
    <p:sldId id="291" r:id="rId42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6912E95B-CF5A-8024-B00D-99C5C77F3644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805CA7F-4D01-0E1F-3487-65D6000215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B4046C-FD2C-4043-7B81-452EBA5793EB}"/>
                  </a:ext>
                </a:extLst>
              </p:cNvPr>
              <p:cNvSpPr txBox="1"/>
              <p:nvPr/>
            </p:nvSpPr>
            <p:spPr>
              <a:xfrm>
                <a:off x="984664" y="2151727"/>
                <a:ext cx="10222671" cy="2554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Wala kang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katulad</a:t>
                </a:r>
                <a:endParaRPr lang="en-US" sz="8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</a:t>
                </a:r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</a:t>
                </a:r>
                <a:r>
                  <a:rPr lang="en-US" sz="8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kang </a:t>
                </a:r>
                <a:r>
                  <a:rPr lang="en-US" sz="80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katulad</a:t>
                </a:r>
                <a:endParaRPr lang="en-US" sz="8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spTree>
        <p:extLst>
          <p:ext uri="{BB962C8B-B14F-4D97-AF65-F5344CB8AC3E}">
            <p14:creationId xmlns:p14="http://schemas.microsoft.com/office/powerpoint/2010/main" val="1412027951"/>
          </p:ext>
        </p:extLst>
      </p:cSld>
      <p:clrMapOvr>
        <a:masterClrMapping/>
      </p:clrMapOvr>
    </p:sld>
    <p:sldId id="292" r:id="rId43"/>
    <p:sld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865B468-81F0-9009-A0EC-5E12E3FF11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93F5B6-001A-F5A5-9C08-787B35BE50BC}"/>
                  </a:ext>
                </a:extLst>
              </p:cNvPr>
              <p:cNvSpPr txBox="1"/>
              <p:nvPr/>
            </p:nvSpPr>
            <p:spPr>
              <a:xfrm>
                <a:off x="3659795" y="2459504"/>
                <a:ext cx="4872424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PH" sz="6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BALIW SA</a:t>
                </a:r>
              </a:p>
              <a:p>
                <a:pPr algn="ctr"/>
                <a:r>
                  <a:rPr lang="en-PH" sz="6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PANGINOON</a:t>
                </a:r>
              </a:p>
            </p:txBody>
          </p:sp>
        </p:spTree>
        <p:extLst>
          <p:ext uri="{BB962C8B-B14F-4D97-AF65-F5344CB8AC3E}">
            <p14:creationId xmlns:p14="http://schemas.microsoft.com/office/powerpoint/2010/main" val="386529359"/>
          </p:ext>
        </p:extLst>
      </p:cSld>
      <p:clrMapOvr>
        <a:masterClrMapping/>
      </p:clrMapOvr>
    </p:sld>
    <p:sldId id="293" r:id="rId44"/>
    <p:sld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6A9FDD9-6541-4342-D141-7D5F7BBC1A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934435-69DB-ED12-0B65-D93AE758EBF5}"/>
                  </a:ext>
                </a:extLst>
              </p:cNvPr>
              <p:cNvSpPr txBox="1"/>
              <p:nvPr/>
            </p:nvSpPr>
            <p:spPr>
              <a:xfrm>
                <a:off x="1258777" y="1166842"/>
                <a:ext cx="9674444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Ipalakpak ang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kamay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Ipadyak</a:t>
                </a:r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ang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paa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Gumiling-giling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Sayo</a:t>
                </a:r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Panginoon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spTree>
        <p:extLst>
          <p:ext uri="{BB962C8B-B14F-4D97-AF65-F5344CB8AC3E}">
            <p14:creationId xmlns:p14="http://schemas.microsoft.com/office/powerpoint/2010/main" val="4231523549"/>
          </p:ext>
        </p:extLst>
      </p:cSld>
      <p:clrMapOvr>
        <a:masterClrMapping/>
      </p:clrMapOvr>
    </p:sld>
    <p:sldId id="294" r:id="rId45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C2071767-CF06-FA5A-9245-1FFD6C2CA395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ED9D41E-95FF-3F15-6D75-8E8BF81B55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9B378E-5E86-B257-98D3-20195D28AFF2}"/>
                  </a:ext>
                </a:extLst>
              </p:cNvPr>
              <p:cNvSpPr txBox="1"/>
              <p:nvPr/>
            </p:nvSpPr>
            <p:spPr>
              <a:xfrm>
                <a:off x="643224" y="1166842"/>
                <a:ext cx="10905551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May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kasama</a:t>
                </a:r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pang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sigaw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Umindak-indak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Lahat ay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gagawin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Sayo</a:t>
                </a:r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Panginoon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spTree>
        <p:extLst>
          <p:ext uri="{BB962C8B-B14F-4D97-AF65-F5344CB8AC3E}">
            <p14:creationId xmlns:p14="http://schemas.microsoft.com/office/powerpoint/2010/main" val="971118634"/>
          </p:ext>
        </p:extLst>
      </p:cSld>
      <p:clrMapOvr>
        <a:masterClrMapping/>
      </p:clrMapOvr>
    </p:sld>
    <p:sldId id="295" r:id="rId46"/>
    <p:sld>
      <p:cSld>
        <p:spTree>
          <p:nvGrpSpPr>
            <p:cNvPr id="1" name="">
              <a:extLst>
                <a:ext uri="{FF2B5EF4-FFF2-40B4-BE49-F238E27FC236}">
                  <a16:creationId xmlns:a16="http://schemas.microsoft.com/office/drawing/2014/main" id="{301231DA-A691-BC20-AD34-B021EAAC88EC}"/>
                </a:ext>
              </a:extLst>
            </p:cNvPr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387C2DF-394C-5B60-7A9B-50CDFDCF3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DD8C14-B052-EBD5-FE87-F04D5E37114B}"/>
                  </a:ext>
                </a:extLst>
              </p:cNvPr>
              <p:cNvSpPr txBox="1"/>
              <p:nvPr/>
            </p:nvSpPr>
            <p:spPr>
              <a:xfrm>
                <a:off x="181560" y="1166842"/>
                <a:ext cx="11828880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Sabihin man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nila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ako'y</a:t>
                </a:r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baliw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lang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Sayo</a:t>
                </a:r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Panginoon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7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Lahat ay </a:t>
                </a:r>
                <a:r>
                  <a:rPr lang="en-US" sz="7200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gagawin</a:t>
                </a:r>
                <a:endParaRPr lang="en-US" sz="7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spTree>
        <p:extLst>
          <p:ext uri="{BB962C8B-B14F-4D97-AF65-F5344CB8AC3E}">
            <p14:creationId xmlns:p14="http://schemas.microsoft.com/office/powerpoint/2010/main" val="3429939143"/>
          </p:ext>
        </p:extLst>
      </p:cSld>
      <p:clrMapOvr>
        <a:masterClrMapping/>
      </p:clrMapOvr>
    </p:sld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6.xml"/><Relationship Id="rId10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6.xml"/><Relationship Id="rId15" Type="http://schemas.openxmlformats.org/officeDocument/2006/relationships/slide" Target="slides/slide18.xml"/><Relationship Id="rId16" Type="http://schemas.openxmlformats.org/officeDocument/2006/relationships/slide" Target="slides/slide20.xml"/><Relationship Id="rId17" Type="http://schemas.openxmlformats.org/officeDocument/2006/relationships/slide" Target="slides/slide22.xml"/><Relationship Id="rId18" Type="http://schemas.openxmlformats.org/officeDocument/2006/relationships/slide" Target="slides/slide24.xml"/><Relationship Id="rId19" Type="http://schemas.openxmlformats.org/officeDocument/2006/relationships/slide" Target="slides/slide26.xml"/><Relationship Id="rId20" Type="http://schemas.openxmlformats.org/officeDocument/2006/relationships/slide" Target="slides/slide28.xml"/><Relationship Id="rId21" Type="http://schemas.openxmlformats.org/officeDocument/2006/relationships/slide" Target="slides/slide30.xml"/><Relationship Id="rId22" Type="http://schemas.openxmlformats.org/officeDocument/2006/relationships/slide" Target="slides/slide32.xml"/><Relationship Id="rId23" Type="http://schemas.openxmlformats.org/officeDocument/2006/relationships/slide" Target="slides/slide34.xml"/><Relationship Id="rId24" Type="http://schemas.openxmlformats.org/officeDocument/2006/relationships/slide" Target="slides/slide36.xml"/><Relationship Id="rId25" Type="http://schemas.openxmlformats.org/officeDocument/2006/relationships/slide" Target="slides/slide38.xml"/><Relationship Id="rId26" Type="http://schemas.openxmlformats.org/officeDocument/2006/relationships/slide" Target="slides/slide40.xml"/><Relationship Id="rId27" Type="http://schemas.openxmlformats.org/officeDocument/2006/relationships/slide" Target="slides/slide42.xml"/><Relationship Id="rId28" Type="http://schemas.openxmlformats.org/officeDocument/2006/relationships/slide" Target="slides/slide44.xml"/><Relationship Id="rId29" Type="http://schemas.openxmlformats.org/officeDocument/2006/relationships/slide" Target="slides/slide46.xml"/><Relationship Id="rId30" Type="http://schemas.openxmlformats.org/officeDocument/2006/relationships/slide" Target="slides/slide48.xml"/><Relationship Id="rId31" Type="http://schemas.openxmlformats.org/officeDocument/2006/relationships/slide" Target="slides/slide50.xml"/><Relationship Id="rId32" Type="http://schemas.openxmlformats.org/officeDocument/2006/relationships/slide" Target="slides/slide52.xml"/><Relationship Id="rId33" Type="http://schemas.openxmlformats.org/officeDocument/2006/relationships/slide" Target="slides/slide54.xml"/><Relationship Id="rId34" Type="http://schemas.openxmlformats.org/officeDocument/2006/relationships/slide" Target="slides/slide56.xml"/><Relationship Id="rId35" Type="http://schemas.openxmlformats.org/officeDocument/2006/relationships/slide" Target="slides/slide58.xml"/><Relationship Id="rId36" Type="http://schemas.openxmlformats.org/officeDocument/2006/relationships/slide" Target="slides/slide60.xml"/><Relationship Id="rId37" Type="http://schemas.openxmlformats.org/officeDocument/2006/relationships/slide" Target="slides/slide62.xml"/><Relationship Id="rId38" Type="http://schemas.openxmlformats.org/officeDocument/2006/relationships/slide" Target="slides/slide64.xml"/><Relationship Id="rId39" Type="http://schemas.openxmlformats.org/officeDocument/2006/relationships/slide" Target="slides/slide66.xml"/><Relationship Id="rId40" Type="http://schemas.openxmlformats.org/officeDocument/2006/relationships/slide" Target="slides/slide68.xml"/><Relationship Id="rId41" Type="http://schemas.openxmlformats.org/officeDocument/2006/relationships/slide" Target="slides/slide70.xml"/><Relationship Id="rId42" Type="http://schemas.openxmlformats.org/officeDocument/2006/relationships/slide" Target="slides/slide72.xml"/><Relationship Id="rId43" Type="http://schemas.openxmlformats.org/officeDocument/2006/relationships/slide" Target="slides/slide74.xml"/><Relationship Id="rId44" Type="http://schemas.openxmlformats.org/officeDocument/2006/relationships/slide" Target="slides/slide76.xml"/><Relationship Id="rId45" Type="http://schemas.openxmlformats.org/officeDocument/2006/relationships/slide" Target="slides/slide78.xml"/><Relationship Id="rId46" Type="http://schemas.openxmlformats.org/officeDocument/2006/relationships/slide" Target="slides/slide80.xml"/><Relationship Id="rId47" Type="http://schemas.openxmlformats.org/officeDocument/2006/relationships/slide" Target="slides/slide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E881-E835-F9FD-67A8-DB0B6BB5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60CC8-7407-930C-EDEB-E75B29AF2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26981-9298-A2D1-768A-9EC5F448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2B572-7A77-585A-66F7-112DF519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59C4-5C2B-445F-F86F-6E39D2C3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7197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DF97-D928-211F-81BF-F9B8E4F3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F3A5-0F93-F9EE-E4DE-63360060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D50C5-7E4C-B694-1C55-8678E1AC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FDEE-A5EC-B6E5-E108-92C5573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4230-AEB3-2CF5-C15B-78FE0684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52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DCD2-52AD-1852-7FF8-8E30815C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5BA56-A3D1-782D-4A5A-7ECDBCB20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FCC0-5085-0AFB-7444-9973C7E8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5E33A-411C-C0C0-3103-1D502A00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9CDE-6D8F-8534-EF15-C545D780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663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60EE-FF96-B6C2-356E-66CD0B85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B51FB-A80D-17E7-37C5-D917791FA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729F9-29B3-A62F-52A0-6D30DF9C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92430-6894-CAEA-ADB0-1FD2EB1B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BA9D9-1733-643E-B58A-BFFCCD68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69437-F0AF-21A5-68B4-9A5E4027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3667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A824-C3A5-A7A2-6427-F3A78C46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9DC7-D3B3-AE41-F58D-4AA4D303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D54BB-B4C9-D52E-51F4-C50AD64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2588-8A2E-7064-05B4-95AEE8D6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1BBCC-6229-8829-4FEE-66B43837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772C6-1A54-9FD7-2716-6648B57D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3B9BF-9697-DBDE-593B-93DE7358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29ED3A-30FF-4946-5E28-F09ADDC1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829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850-08A0-11FF-0547-A00796E97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4AAD4-81A5-DB7E-8966-D589E99E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BA470-A6B1-8871-CE20-BDBDBA7E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82924-2DE5-0A48-73B9-02A9D0C0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079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A76D55-FB1B-95E6-385C-504CB55F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13454-C04B-78F5-01C7-F3794719E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6C6B-1C41-64A5-D475-AADC15F02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8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1558-079B-8010-1C27-09992B1E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630A4-73E6-E412-C9B3-8B0D9E69B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62C90-59CC-3F9E-6395-19FB32BE0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F9752-02E0-2B0E-5BD4-F8E226BC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2F35-30EC-8288-1199-0C4F34A9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F6937-A1C7-3058-31A5-B0133418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9295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C4D-DCDD-CFAE-0C73-3AF97FCF8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F54AB-076A-262D-7A2A-EA17815A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D080D-47EC-5B8A-60EB-6CB906C1D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7F1D7-64B3-2C45-796F-278A0098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6034D-37B2-A18F-601F-92C85803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888F-E8EB-C124-C3A6-9638D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912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9627-B342-5F8E-5E6E-A9567AE4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48405-B9B7-27CB-0D06-8AFD3D5E7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F138-F536-6F44-8548-022F8600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D645-0665-E0CA-27E5-BCE781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4B340-B299-C887-FE6F-9DCAC1EF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1124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17D19-AD6B-62DC-F798-3DDB67411D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0D775-9565-D630-A25E-ED68027C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94B95-550C-19AD-1BD2-7A456A8C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0185D-1B17-4E30-69CD-C58CDB05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DB5F-9E20-3FDF-B9DE-1745E9CA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38034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C8320-94CE-C4FF-E19C-20DCEC75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A28DC-52EE-EF47-0185-9F88E2D2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8D371-A157-93E2-C26D-1A2954DA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F0DC5-AC41-46F3-96A4-31CE8FD2735D}" type="datetimeFigureOut">
              <a:rPr lang="en-PH" smtClean="0"/>
              <a:t>02/02/2025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8EAE6-B143-A55C-D344-671F9CCC1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5EE4-72E6-9D34-F14F-B7E10A95F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B98-0A49-40A2-9FFB-A0D7ED28564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933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105167" y="2828835"/>
            <a:ext cx="798167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ALABASTER JAR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9044" y="2274838"/>
            <a:ext cx="10773911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This alabaster jar </a:t>
            </a:r>
          </a:p>
          <a:p>
            <a:r>
              <a:t>is all I have of worth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I break it at </a:t>
            </a:r>
          </a:p>
          <a:p>
            <a:r>
              <a:t>Your feet, Lord, </a:t>
            </a:r>
          </a:p>
          <a:p>
            <a:r>
              <a:t>it's less than </a:t>
            </a:r>
          </a:p>
          <a:p>
            <a:r>
              <a:t>You deserve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You're far more </a:t>
            </a:r>
          </a:p>
          <a:p>
            <a:r>
              <a:t>beautiful, </a:t>
            </a:r>
          </a:p>
          <a:p>
            <a:r>
              <a:t>more precious </a:t>
            </a:r>
          </a:p>
          <a:p>
            <a:r>
              <a:t>than the oil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The sum of my desires </a:t>
            </a:r>
          </a:p>
          <a:p>
            <a:r>
              <a:t>and the fullness of my joy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Like You spilled Your blood, I spill my heart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828835"/>
            <a:ext cx="1219200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As an offering to my 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Here I am, take me </a:t>
            </a:r>
          </a:p>
          <a:p>
            <a:r>
              <a:t>as an offering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Here I am, giving </a:t>
            </a:r>
          </a:p>
          <a:p>
            <a:r>
              <a:t>every heartbeat </a:t>
            </a:r>
          </a:p>
          <a:p>
            <a:r>
              <a:t>for Your glory</a:t>
            </a:r>
          </a:p>
          <a:p>
            <a:r>
              <a:t>Take 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This time that I have left </a:t>
            </a:r>
          </a:p>
          <a:p>
            <a:r>
              <a:t>is all I have of worth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I lay it at </a:t>
            </a:r>
          </a:p>
          <a:p>
            <a:r>
              <a:t>Your feet, Lord, </a:t>
            </a:r>
          </a:p>
          <a:p>
            <a:r>
              <a:t>it's less than </a:t>
            </a:r>
          </a:p>
          <a:p>
            <a:r>
              <a:t>You deserve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And though </a:t>
            </a:r>
          </a:p>
          <a:p>
            <a:r>
              <a:t>I've little strength, </a:t>
            </a:r>
          </a:p>
          <a:p>
            <a:r>
              <a:t>and though </a:t>
            </a:r>
          </a:p>
          <a:p>
            <a:r>
              <a:t>my days are few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You gave </a:t>
            </a:r>
          </a:p>
          <a:p>
            <a:r>
              <a:t>Your life for me </a:t>
            </a:r>
          </a:p>
          <a:p>
            <a:r>
              <a:t>so I will live </a:t>
            </a:r>
          </a:p>
          <a:p>
            <a:r>
              <a:t>my life for You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Like You spilled Your blood, I spill my heart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2828835"/>
            <a:ext cx="1219200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As an offering to my King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720840"/>
            <a:ext cx="12192000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Worthy, worthy, </a:t>
            </a:r>
          </a:p>
          <a:p>
            <a:r>
              <a:t>You are worthy, </a:t>
            </a:r>
          </a:p>
          <a:p>
            <a:r>
              <a:t>worthy is the Lord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56323" y="2459504"/>
            <a:ext cx="8879354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ALL THINGS ARE</a:t>
            </a:r>
          </a:p>
          <a:p>
            <a:r>
              <a:t>POSSIBLE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Almighty God </a:t>
            </a:r>
          </a:p>
          <a:p>
            <a:r>
              <a:t>my redeemer</a:t>
            </a:r>
          </a:p>
          <a:p>
            <a:r>
              <a:t>My hiding place </a:t>
            </a:r>
          </a:p>
          <a:p>
            <a:r>
              <a:t>my safe refuge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20840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No other name like Jesus</a:t>
            </a:r>
          </a:p>
          <a:p>
            <a:r>
              <a:t>No power can stand against You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20840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My feet are planted </a:t>
            </a:r>
          </a:p>
          <a:p>
            <a:r>
              <a:t>on this rock</a:t>
            </a:r>
          </a:p>
          <a:p>
            <a:r>
              <a:t>And I will not be shaken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89666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My hope it comes </a:t>
            </a:r>
          </a:p>
          <a:p>
            <a:r>
              <a:t>from You alone</a:t>
            </a:r>
          </a:p>
          <a:p>
            <a:r>
              <a:t>My Lord and my salvation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Your praise is always </a:t>
            </a:r>
          </a:p>
          <a:p>
            <a:r>
              <a:t>on my lips</a:t>
            </a:r>
          </a:p>
          <a:p>
            <a:r>
              <a:t>Your word is living </a:t>
            </a:r>
          </a:p>
          <a:p>
            <a:r>
              <a:t>in my heart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And I will praise You </a:t>
            </a:r>
          </a:p>
          <a:p>
            <a:r>
              <a:t>with a new song</a:t>
            </a:r>
          </a:p>
          <a:p>
            <a:r>
              <a:t>My soul will bless </a:t>
            </a:r>
          </a:p>
          <a:p>
            <a:r>
              <a:t>You Lord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20840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You fill my life </a:t>
            </a:r>
          </a:p>
          <a:p>
            <a:r>
              <a:t>with greater joy</a:t>
            </a:r>
          </a:p>
          <a:p>
            <a:r>
              <a:t>Yes I delight myself in You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And I will praise You </a:t>
            </a:r>
          </a:p>
          <a:p>
            <a:r>
              <a:t>with a new song</a:t>
            </a:r>
          </a:p>
          <a:p>
            <a:r>
              <a:t>My soul will bless </a:t>
            </a:r>
          </a:p>
          <a:p>
            <a:r>
              <a:t>You Lord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20840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My feet are planted </a:t>
            </a:r>
          </a:p>
          <a:p>
            <a:r>
              <a:t>on this rock</a:t>
            </a:r>
          </a:p>
          <a:p>
            <a:r>
              <a:t>And I will not be shaken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720840"/>
            <a:ext cx="11650104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My hope it comes from You alone</a:t>
            </a:r>
          </a:p>
          <a:p>
            <a:r>
              <a:t>My Lord and my salvation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When I am weak You make me strong</a:t>
            </a:r>
          </a:p>
          <a:p>
            <a:r>
              <a:t>When I'm poor </a:t>
            </a:r>
          </a:p>
          <a:p>
            <a:r>
              <a:t>I know I'm rich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2274838"/>
            <a:ext cx="11650104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For in the power </a:t>
            </a:r>
          </a:p>
          <a:p>
            <a:r>
              <a:t>of Your name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48" y="1166842"/>
            <a:ext cx="1165010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All things are possible</a:t>
            </a:r>
          </a:p>
          <a:p>
            <a:r>
              <a:t>All things are possible</a:t>
            </a:r>
          </a:p>
          <a:p>
            <a:r>
              <a:t>All things are possible</a:t>
            </a:r>
          </a:p>
          <a:p>
            <a:r>
              <a:t>All things are possible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09848" y="2767280"/>
            <a:ext cx="677230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ARAW-ARAW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80348" y="1166842"/>
            <a:ext cx="6631303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Wooh</a:t>
            </a:r>
          </a:p>
          <a:p>
            <a:r>
              <a:t>Wooh ooh ooh</a:t>
            </a:r>
          </a:p>
          <a:p>
            <a:r>
              <a:t>Wooh</a:t>
            </a:r>
          </a:p>
          <a:p>
            <a:r>
              <a:t>Wooh ooh ooh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0131" y="674400"/>
            <a:ext cx="10791737" cy="5016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Araw-Araw kasiyahan</a:t>
            </a:r>
          </a:p>
          <a:p>
            <a:r>
              <a:t>Araw-Araw kagalakan</a:t>
            </a:r>
          </a:p>
          <a:p>
            <a:r>
              <a:t>Araw-Araw oh Dios</a:t>
            </a:r>
          </a:p>
          <a:p>
            <a:r>
              <a:t>Araw-Araw oh Dios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6745" y="674400"/>
            <a:ext cx="11418510" cy="5016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Araw-Araw sasamahan</a:t>
            </a:r>
          </a:p>
          <a:p>
            <a:r>
              <a:t>Araw-Araw di iiwan</a:t>
            </a:r>
          </a:p>
          <a:p>
            <a:r>
              <a:t>Araw-Araw oh Dios</a:t>
            </a:r>
          </a:p>
          <a:p>
            <a:r>
              <a:t>Araw-Araw oh Dios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99178" y="920621"/>
            <a:ext cx="8393644" cy="5016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Ano mang </a:t>
            </a:r>
          </a:p>
          <a:p>
            <a:r>
              <a:t>maging panahon</a:t>
            </a:r>
          </a:p>
          <a:p>
            <a:r>
              <a:t>Ano mang </a:t>
            </a:r>
          </a:p>
          <a:p>
            <a:r>
              <a:t>pagkakataon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556135" y="920621"/>
            <a:ext cx="9079729" cy="5016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Ano mang </a:t>
            </a:r>
          </a:p>
          <a:p>
            <a:r>
              <a:t>maging sitwasyon</a:t>
            </a:r>
          </a:p>
          <a:p>
            <a:r>
              <a:t>Ika'y Pupurihin</a:t>
            </a:r>
          </a:p>
          <a:p>
            <a:r>
              <a:t>Ikaw at Ikaw parin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84664" y="2151727"/>
            <a:ext cx="10222671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Wala kang katulad</a:t>
            </a:r>
          </a:p>
          <a:p>
            <a:r>
              <a:t>La la la kang katulad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9795" y="2459504"/>
            <a:ext cx="4872424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BALIW SA</a:t>
            </a:r>
          </a:p>
          <a:p>
            <a:r>
              <a:t>PANGINOON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58777" y="1166842"/>
            <a:ext cx="9674444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Ipalakpak ang kamay</a:t>
            </a:r>
          </a:p>
          <a:p>
            <a:r>
              <a:t>Ipadyak ang paa</a:t>
            </a:r>
          </a:p>
          <a:p>
            <a:r>
              <a:t>Gumiling-giling</a:t>
            </a:r>
          </a:p>
          <a:p>
            <a:r>
              <a:t>Para Sayo Panginoon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3224" y="1166842"/>
            <a:ext cx="10905551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May kasama pang sigaw</a:t>
            </a:r>
          </a:p>
          <a:p>
            <a:r>
              <a:t>Umindak-indak</a:t>
            </a:r>
          </a:p>
          <a:p>
            <a:r>
              <a:t>Lahat ay gagawin</a:t>
            </a:r>
          </a:p>
          <a:p>
            <a:r>
              <a:t>Para Sayo Panginoon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1560" y="1166842"/>
            <a:ext cx="11828880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Sabihin man nila</a:t>
            </a:r>
          </a:p>
          <a:p>
            <a:r>
              <a:t>Na ako'y baliw</a:t>
            </a:r>
          </a:p>
          <a:p>
            <a:r>
              <a:t>Para lang Sayo Panginoon</a:t>
            </a:r>
          </a:p>
          <a:p>
            <a:r>
              <a:t>Lahat ay gagawin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